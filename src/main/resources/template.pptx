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"/>
  </p:notesMasterIdLst>
  <p:handoutMasterIdLst>
    <p:handoutMasterId r:id="rId8"/>
  </p:handoutMasterIdLst>
  <p:sldIdLst>
    <p:sldId id="277" r:id="rId5"/>
    <p:sldId id="278" r:id="rId6"/>
  </p:sldIdLst>
  <p:sldSz cx="12192000" cy="6858000"/>
  <p:notesSz cx="6858000" cy="9144000"/>
  <p:custDataLst>
    <p:tags r:id="rId9"/>
  </p:custData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6" userDrawn="1">
          <p15:clr>
            <a:srgbClr val="A4A3A4"/>
          </p15:clr>
        </p15:guide>
        <p15:guide id="2" pos="2479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pos="3940" userDrawn="1">
          <p15:clr>
            <a:srgbClr val="A4A3A4"/>
          </p15:clr>
        </p15:guide>
        <p15:guide id="5" orient="horz" pos="38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13E"/>
    <a:srgbClr val="CCCDD8"/>
    <a:srgbClr val="B0B4DD"/>
    <a:srgbClr val="82839E"/>
    <a:srgbClr val="474A67"/>
    <a:srgbClr val="515472"/>
    <a:srgbClr val="8D8EA9"/>
    <a:srgbClr val="505272"/>
    <a:srgbClr val="505273"/>
    <a:srgbClr val="4E4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52D06C-8FF0-4037-ACBB-87355F18193F}" v="1" dt="2023-09-05T06:05:38.362"/>
    <p1510:client id="{562D201D-F49C-9931-CD89-58B56BE14D1E}" v="1206" dt="2023-09-05T06:05:08.907"/>
    <p1510:client id="{C26F6D18-CE78-741E-49C9-7B17393AF588}" v="205" dt="2023-09-06T13:03:56.266"/>
  </p1510:revLst>
</p1510:revInfo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0" d="100"/>
          <a:sy n="60" d="100"/>
        </p:scale>
        <p:origin x="184" y="192"/>
      </p:cViewPr>
      <p:guideLst>
        <p:guide orient="horz" pos="1366"/>
        <p:guide pos="2479"/>
        <p:guide pos="3840"/>
        <p:guide pos="3940"/>
        <p:guide orient="horz" pos="3861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tags" Target="tags/tag1.xml"/><Relationship Id="rId1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6C3EA9E-6BDC-4A79-AFF7-99C44CB824C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7F4F1B-A484-48CA-949E-C54FAD24ACD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440642-083C-45F1-96AE-6C40D1428CD6}" type="datetimeFigureOut">
              <a:rPr lang="en-GB" smtClean="0"/>
              <a:t>20/02/2025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5FCCD8-E031-4ADB-97E6-0462DC70D0F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34311C-44CC-49A8-A38C-3C038F9763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B2F52F-549D-4565-87BA-A1055EB5BA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8896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>
              <a:defRPr sz="1200"/>
            </a:lvl1pPr>
          </a:lstStyle>
          <a:p>
            <a:endParaRPr lang="en-US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E2F1A5-1147-44AA-941C-401C9E3002E6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Modifica gli stili del testo dello schema</a:t>
            </a:r>
          </a:p>
          <a:p>
            <a:pPr lvl="1"/>
            <a:r>
              <a:rPr lang="en-US"/>
              <a:t>Secondo livello</a:t>
            </a:r>
          </a:p>
          <a:p>
            <a:pPr lvl="2"/>
            <a:r>
              <a:rPr lang="en-US"/>
              <a:t>Terzo livello</a:t>
            </a:r>
          </a:p>
          <a:p>
            <a:pPr lvl="3"/>
            <a:r>
              <a:rPr lang="en-US"/>
              <a:t>Quarto livello</a:t>
            </a:r>
          </a:p>
          <a:p>
            <a:pPr lvl="4"/>
            <a:r>
              <a:rPr lang="en-US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>
              <a:defRPr sz="1200"/>
            </a:lvl1pPr>
          </a:lstStyle>
          <a:p>
            <a:endParaRPr lang="en-US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F3249D-E364-4AF9-8113-7FC01C784A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44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tags" Target="../tags/tag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tags" Target="../tags/tag9.xml"/><Relationship Id="rId11" Type="http://schemas.openxmlformats.org/officeDocument/2006/relationships/image" Target="../media/image3.emf"/><Relationship Id="rId5" Type="http://schemas.openxmlformats.org/officeDocument/2006/relationships/tags" Target="../tags/tag8.xml"/><Relationship Id="rId10" Type="http://schemas.openxmlformats.org/officeDocument/2006/relationships/image" Target="../media/image1.emf"/><Relationship Id="rId4" Type="http://schemas.openxmlformats.org/officeDocument/2006/relationships/tags" Target="../tags/tag7.xml"/><Relationship Id="rId9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tags" Target="../tags/tag1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tags" Target="../tags/tag15.xml"/><Relationship Id="rId11" Type="http://schemas.openxmlformats.org/officeDocument/2006/relationships/image" Target="../media/image3.emf"/><Relationship Id="rId5" Type="http://schemas.openxmlformats.org/officeDocument/2006/relationships/tags" Target="../tags/tag14.xml"/><Relationship Id="rId10" Type="http://schemas.openxmlformats.org/officeDocument/2006/relationships/image" Target="../media/image1.emf"/><Relationship Id="rId4" Type="http://schemas.openxmlformats.org/officeDocument/2006/relationships/tags" Target="../tags/tag13.xml"/><Relationship Id="rId9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eg"/><Relationship Id="rId3" Type="http://schemas.openxmlformats.org/officeDocument/2006/relationships/tags" Target="../tags/tag18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5.png"/><Relationship Id="rId5" Type="http://schemas.openxmlformats.org/officeDocument/2006/relationships/tags" Target="../tags/tag20.xml"/><Relationship Id="rId10" Type="http://schemas.openxmlformats.org/officeDocument/2006/relationships/image" Target="../media/image1.emf"/><Relationship Id="rId4" Type="http://schemas.openxmlformats.org/officeDocument/2006/relationships/tags" Target="../tags/tag19.xml"/><Relationship Id="rId9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eg"/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11" Type="http://schemas.openxmlformats.org/officeDocument/2006/relationships/image" Target="../media/image5.png"/><Relationship Id="rId5" Type="http://schemas.openxmlformats.org/officeDocument/2006/relationships/tags" Target="../tags/tag26.xml"/><Relationship Id="rId10" Type="http://schemas.openxmlformats.org/officeDocument/2006/relationships/image" Target="../media/image1.emf"/><Relationship Id="rId4" Type="http://schemas.openxmlformats.org/officeDocument/2006/relationships/tags" Target="../tags/tag25.xml"/><Relationship Id="rId9" Type="http://schemas.openxmlformats.org/officeDocument/2006/relationships/oleObject" Target="../embeddings/oleObject2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LReply [ENG]">
    <p:bg>
      <p:bgPr>
        <a:blipFill dpi="0" rotWithShape="1">
          <a:blip r:embed="rId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7606A10-8F0C-4B96-8F0F-38986ED53B7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415" imgH="416" progId="TCLayout.ActiveDocument.1">
                  <p:embed/>
                </p:oleObj>
              </mc:Choice>
              <mc:Fallback>
                <p:oleObj name="think-cell Folie" r:id="rId9" imgW="415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7606A10-8F0C-4B96-8F0F-38986ED53B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D7A1DBF-AD07-4E04-96CF-3D15977685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it-IT" sz="1600" b="1" i="0" baseline="0">
              <a:latin typeface="Arial Black" panose="020B0A04020102020204" pitchFamily="34" charset="0"/>
              <a:ea typeface="+mj-ea"/>
              <a:cs typeface="+mj-cs"/>
              <a:sym typeface="Arial Black" panose="020B0A04020102020204" pitchFamily="34" charset="0"/>
            </a:endParaRPr>
          </a:p>
        </p:txBody>
      </p:sp>
      <p:sp>
        <p:nvSpPr>
          <p:cNvPr id="32" name="Freeform 27">
            <a:extLst>
              <a:ext uri="{FF2B5EF4-FFF2-40B4-BE49-F238E27FC236}">
                <a16:creationId xmlns:a16="http://schemas.microsoft.com/office/drawing/2014/main" id="{115D5E09-1E48-4E0E-82C0-2E1B99C3C405}"/>
              </a:ext>
            </a:extLst>
          </p:cNvPr>
          <p:cNvSpPr>
            <a:spLocks noChangeAspect="1"/>
          </p:cNvSpPr>
          <p:nvPr userDrawn="1"/>
        </p:nvSpPr>
        <p:spPr bwMode="gray">
          <a:xfrm flipH="1">
            <a:off x="10305282" y="0"/>
            <a:ext cx="1886717" cy="943264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572"/>
              </a:cxn>
              <a:cxn ang="0">
                <a:pos x="1260" y="572"/>
              </a:cxn>
              <a:cxn ang="0">
                <a:pos x="1430" y="0"/>
              </a:cxn>
              <a:cxn ang="0">
                <a:pos x="0" y="0"/>
              </a:cxn>
            </a:cxnLst>
            <a:rect l="0" t="0" r="r" b="b"/>
            <a:pathLst>
              <a:path w="1430" h="572">
                <a:moveTo>
                  <a:pt x="0" y="0"/>
                </a:moveTo>
                <a:lnTo>
                  <a:pt x="0" y="572"/>
                </a:lnTo>
                <a:lnTo>
                  <a:pt x="1260" y="572"/>
                </a:lnTo>
                <a:lnTo>
                  <a:pt x="1430" y="0"/>
                </a:lnTo>
                <a:lnTo>
                  <a:pt x="0" y="0"/>
                </a:lnTo>
                <a:close/>
              </a:path>
            </a:pathLst>
          </a:custGeom>
          <a:solidFill>
            <a:srgbClr val="8D8EA8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>
            <a:noAutofit/>
          </a:bodyPr>
          <a:lstStyle/>
          <a:p>
            <a:pPr eaLnBrk="1">
              <a:defRPr/>
            </a:pPr>
            <a:endParaRPr lang="en-US">
              <a:solidFill>
                <a:srgbClr val="000000"/>
              </a:solidFill>
              <a:cs typeface="Arial" pitchFamily="34" charset="0"/>
            </a:endParaRPr>
          </a:p>
        </p:txBody>
      </p:sp>
      <p:pic>
        <p:nvPicPr>
          <p:cNvPr id="19" name="Immagine 6" descr="Machine Learning Reply - LOGO_White RGB.eps">
            <a:extLst>
              <a:ext uri="{FF2B5EF4-FFF2-40B4-BE49-F238E27FC236}">
                <a16:creationId xmlns:a16="http://schemas.microsoft.com/office/drawing/2014/main" id="{73C7907C-7BFF-EC4A-A558-C252C700CCFE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048" y="275432"/>
            <a:ext cx="1581861" cy="392400"/>
          </a:xfrm>
          <a:prstGeom prst="rect">
            <a:avLst/>
          </a:prstGeom>
        </p:spPr>
      </p:pic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9673A05-E55F-E24B-A3A3-5F597F240A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27990" y="3429000"/>
            <a:ext cx="7727910" cy="2821330"/>
          </a:xfrm>
          <a:prstGeom prst="rect">
            <a:avLst/>
          </a:prstGeom>
        </p:spPr>
        <p:txBody>
          <a:bodyPr lIns="0"/>
          <a:lstStyle>
            <a:lvl1pPr marL="0" indent="0">
              <a:buFont typeface="Wingdings" pitchFamily="2" charset="2"/>
              <a:buNone/>
              <a:defRPr sz="900" b="1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 marL="171450" indent="-171450">
              <a:buFont typeface="Wingdings" pitchFamily="2" charset="2"/>
              <a:buChar char="§"/>
              <a:defRPr sz="9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fontAlgn="base">
              <a:spcBef>
                <a:spcPts val="100"/>
              </a:spcBef>
            </a:pPr>
            <a:r>
              <a:rPr lang="en-US" dirty="0"/>
              <a:t>Description for a project – Position</a:t>
            </a:r>
          </a:p>
          <a:p>
            <a:pPr lvl="1" fontAlgn="base">
              <a:spcBef>
                <a:spcPts val="100"/>
              </a:spcBef>
            </a:pPr>
            <a:r>
              <a:rPr lang="en-US" sz="900" dirty="0"/>
              <a:t>Item</a:t>
            </a:r>
          </a:p>
          <a:p>
            <a:pPr lvl="1" fontAlgn="base">
              <a:spcBef>
                <a:spcPts val="100"/>
              </a:spcBef>
            </a:pPr>
            <a:r>
              <a:rPr lang="en-US" sz="900" dirty="0"/>
              <a:t>Item</a:t>
            </a:r>
            <a:endParaRPr lang="de-DE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5285801-3FB0-2B45-A51E-C24EE2BE8D6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47675" y="1366838"/>
            <a:ext cx="1147763" cy="1457325"/>
          </a:xfrm>
          <a:prstGeom prst="rect">
            <a:avLst/>
          </a:prstGeom>
        </p:spPr>
        <p:txBody>
          <a:bodyPr/>
          <a:lstStyle>
            <a:lvl1pPr>
              <a:defRPr b="0" i="1" u="none"/>
            </a:lvl1pPr>
          </a:lstStyle>
          <a:p>
            <a:r>
              <a:rPr lang="de-DE"/>
              <a:t>Picture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8315E2D3-C5F0-8F43-B2C1-C43381763E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211621" y="2398152"/>
            <a:ext cx="1421636" cy="215817"/>
          </a:xfrm>
          <a:prstGeom prst="rect">
            <a:avLst/>
          </a:prstGeom>
        </p:spPr>
        <p:txBody>
          <a:bodyPr/>
          <a:lstStyle>
            <a:lvl1pPr algn="r">
              <a:defRPr sz="1000" b="0" u="none">
                <a:solidFill>
                  <a:schemeClr val="bg1"/>
                </a:solidFill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8" name="Rectangle 6">
            <a:extLst>
              <a:ext uri="{FF2B5EF4-FFF2-40B4-BE49-F238E27FC236}">
                <a16:creationId xmlns:a16="http://schemas.microsoft.com/office/drawing/2014/main" id="{B7E87986-522A-564F-AD15-983D7EF716CD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auto">
          <a:xfrm>
            <a:off x="365682" y="3066575"/>
            <a:ext cx="3368874" cy="243166"/>
          </a:xfrm>
          <a:prstGeom prst="rect">
            <a:avLst/>
          </a:prstGeom>
          <a:solidFill>
            <a:srgbClr val="8D8EA8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14300" indent="-114300">
              <a:spcBef>
                <a:spcPct val="30000"/>
              </a:spcBef>
              <a:buClr>
                <a:srgbClr val="006699"/>
              </a:buClr>
            </a:pPr>
            <a:r>
              <a:rPr lang="de-DE" sz="1300" b="0" i="0">
                <a:solidFill>
                  <a:srgbClr val="FFFFFF"/>
                </a:solidFill>
                <a:latin typeface="PT Sans Narrow" panose="020B0506020203020204" pitchFamily="34" charset="77"/>
              </a:rPr>
              <a:t>Professional Background</a:t>
            </a:r>
          </a:p>
        </p:txBody>
      </p:sp>
      <p:sp>
        <p:nvSpPr>
          <p:cNvPr id="39" name="Rectangle 8">
            <a:extLst>
              <a:ext uri="{FF2B5EF4-FFF2-40B4-BE49-F238E27FC236}">
                <a16:creationId xmlns:a16="http://schemas.microsoft.com/office/drawing/2014/main" id="{635F589A-82F0-674D-88BA-4F816FB0AA07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auto">
          <a:xfrm>
            <a:off x="3956400" y="1293361"/>
            <a:ext cx="3597641" cy="243166"/>
          </a:xfrm>
          <a:prstGeom prst="rect">
            <a:avLst/>
          </a:prstGeom>
          <a:solidFill>
            <a:srgbClr val="8D8EA8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94945" indent="-194945" eaLnBrk="0" hangingPunct="0">
              <a:lnSpc>
                <a:spcPct val="80000"/>
              </a:lnSpc>
              <a:spcBef>
                <a:spcPct val="5000"/>
              </a:spcBef>
              <a:defRPr/>
            </a:pPr>
            <a:r>
              <a:rPr lang="de-DE" sz="1300" b="0" i="0">
                <a:solidFill>
                  <a:schemeClr val="bg1"/>
                </a:solidFill>
                <a:latin typeface="PT Sans Narrow" panose="020B0506020203020204" pitchFamily="34" charset="77"/>
              </a:rPr>
              <a:t>Functional Expertise </a:t>
            </a:r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E18AFDB3-6129-A746-9218-5AFD5EBBFC0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auto">
          <a:xfrm>
            <a:off x="3956400" y="3066575"/>
            <a:ext cx="7868913" cy="243166"/>
          </a:xfrm>
          <a:prstGeom prst="rect">
            <a:avLst/>
          </a:prstGeom>
          <a:solidFill>
            <a:srgbClr val="8D8EA8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14300" indent="-114300">
              <a:spcBef>
                <a:spcPct val="30000"/>
              </a:spcBef>
              <a:buClr>
                <a:srgbClr val="006699"/>
              </a:buClr>
            </a:pPr>
            <a:r>
              <a:rPr lang="en-GB" sz="1300" b="0" i="0">
                <a:solidFill>
                  <a:srgbClr val="FFFFFF"/>
                </a:solidFill>
                <a:latin typeface="PT Sans Narrow" panose="020B0506020203020204" pitchFamily="34" charset="77"/>
              </a:rPr>
              <a:t>Relevant Project Experience (Selection)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B8A848-40BC-C74B-8160-EAEB60DBD8B6}"/>
              </a:ext>
            </a:extLst>
          </p:cNvPr>
          <p:cNvSpPr txBox="1"/>
          <p:nvPr userDrawn="1"/>
        </p:nvSpPr>
        <p:spPr>
          <a:xfrm>
            <a:off x="1668663" y="2398152"/>
            <a:ext cx="7272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>
                <a:solidFill>
                  <a:schemeClr val="bg1"/>
                </a:solidFill>
                <a:latin typeface="PT Sans" panose="020B0503020203020204" pitchFamily="34" charset="77"/>
              </a:rPr>
              <a:t>Mobile:</a:t>
            </a:r>
          </a:p>
        </p:txBody>
      </p:sp>
      <p:sp>
        <p:nvSpPr>
          <p:cNvPr id="43" name="Text Placeholder 11">
            <a:extLst>
              <a:ext uri="{FF2B5EF4-FFF2-40B4-BE49-F238E27FC236}">
                <a16:creationId xmlns:a16="http://schemas.microsoft.com/office/drawing/2014/main" id="{D4431D8F-5853-B847-8776-8EB42959BCB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11621" y="2591877"/>
            <a:ext cx="1421636" cy="215817"/>
          </a:xfrm>
          <a:prstGeom prst="rect">
            <a:avLst/>
          </a:prstGeom>
        </p:spPr>
        <p:txBody>
          <a:bodyPr/>
          <a:lstStyle>
            <a:lvl1pPr algn="r">
              <a:defRPr sz="1000" b="0" u="none">
                <a:solidFill>
                  <a:schemeClr val="bg1"/>
                </a:solidFill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FF6F75-7F50-4043-AB22-AA51B415B222}"/>
              </a:ext>
            </a:extLst>
          </p:cNvPr>
          <p:cNvSpPr txBox="1"/>
          <p:nvPr userDrawn="1"/>
        </p:nvSpPr>
        <p:spPr>
          <a:xfrm>
            <a:off x="1668663" y="2591877"/>
            <a:ext cx="7272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>
                <a:solidFill>
                  <a:schemeClr val="bg1"/>
                </a:solidFill>
                <a:latin typeface="PT Sans" panose="020B0503020203020204" pitchFamily="34" charset="77"/>
              </a:rPr>
              <a:t>Email:</a:t>
            </a:r>
          </a:p>
        </p:txBody>
      </p:sp>
      <p:sp>
        <p:nvSpPr>
          <p:cNvPr id="4" name="TextBox 14">
            <a:extLst>
              <a:ext uri="{FF2B5EF4-FFF2-40B4-BE49-F238E27FC236}">
                <a16:creationId xmlns:a16="http://schemas.microsoft.com/office/drawing/2014/main" id="{4DEB16DF-0856-429A-886D-55FBFDD3ACA7}"/>
              </a:ext>
            </a:extLst>
          </p:cNvPr>
          <p:cNvSpPr txBox="1"/>
          <p:nvPr userDrawn="1"/>
        </p:nvSpPr>
        <p:spPr>
          <a:xfrm>
            <a:off x="365682" y="397932"/>
            <a:ext cx="993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100" baseline="0">
                <a:solidFill>
                  <a:srgbClr val="00444C"/>
                </a:solidFill>
                <a:latin typeface="PT Sans Caption" panose="020B0603020203020204" pitchFamily="34" charset="77"/>
              </a:rPr>
              <a:t>SHORT SUMMARY AND PROJECT EXPERIENCE</a:t>
            </a:r>
            <a:endParaRPr lang="de-DE" sz="2800" b="1" spc="100" baseline="0">
              <a:solidFill>
                <a:srgbClr val="00444C"/>
              </a:solidFill>
              <a:latin typeface="PT Sans Caption" panose="020B0603020203020204" pitchFamily="34" charset="77"/>
            </a:endParaRPr>
          </a:p>
        </p:txBody>
      </p:sp>
      <p:sp>
        <p:nvSpPr>
          <p:cNvPr id="26" name="Rectangle 8">
            <a:extLst>
              <a:ext uri="{FF2B5EF4-FFF2-40B4-BE49-F238E27FC236}">
                <a16:creationId xmlns:a16="http://schemas.microsoft.com/office/drawing/2014/main" id="{3AF7B5E2-17AB-149B-F945-4531884706E4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auto">
          <a:xfrm>
            <a:off x="7951303" y="1293361"/>
            <a:ext cx="3874009" cy="243166"/>
          </a:xfrm>
          <a:prstGeom prst="rect">
            <a:avLst/>
          </a:prstGeom>
          <a:solidFill>
            <a:srgbClr val="8D8EA8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94945" indent="-194945" eaLnBrk="0" hangingPunct="0">
              <a:lnSpc>
                <a:spcPct val="80000"/>
              </a:lnSpc>
              <a:spcBef>
                <a:spcPct val="5000"/>
              </a:spcBef>
              <a:defRPr/>
            </a:pPr>
            <a:r>
              <a:rPr lang="de-DE" sz="1300" b="0" i="0">
                <a:solidFill>
                  <a:schemeClr val="bg1"/>
                </a:solidFill>
                <a:latin typeface="PT Sans Narrow" panose="020B0506020203020204" pitchFamily="34" charset="77"/>
              </a:rPr>
              <a:t>Industry Expertise 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0A0C130F-1D6D-D9A6-F9CC-E66CCE658C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69932" y="1819174"/>
            <a:ext cx="1963737" cy="215817"/>
          </a:xfrm>
          <a:prstGeom prst="rect">
            <a:avLst/>
          </a:prstGeom>
        </p:spPr>
        <p:txBody>
          <a:bodyPr/>
          <a:lstStyle>
            <a:lvl1pPr>
              <a:defRPr sz="1000" u="none">
                <a:solidFill>
                  <a:schemeClr val="bg1"/>
                </a:solidFill>
                <a:latin typeface="PT Sans" panose="020B0503020203020204" pitchFamily="34" charset="77"/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Position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AF7B2D5-763D-5C5F-9665-36E2B8916AE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64356" y="1366838"/>
            <a:ext cx="1963737" cy="292323"/>
          </a:xfrm>
          <a:prstGeom prst="rect">
            <a:avLst/>
          </a:prstGeom>
        </p:spPr>
        <p:txBody>
          <a:bodyPr/>
          <a:lstStyle>
            <a:lvl1pPr>
              <a:defRPr sz="1400" u="none">
                <a:solidFill>
                  <a:schemeClr val="bg1"/>
                </a:solidFill>
                <a:latin typeface="PT Sans Caption" panose="020B0603020203020204" pitchFamily="34" charset="77"/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55EB5D31-7C02-EE4E-DB10-37C9361508A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675" y="3419232"/>
            <a:ext cx="3219450" cy="2831097"/>
          </a:xfrm>
          <a:prstGeom prst="rect">
            <a:avLst/>
          </a:prstGeom>
        </p:spPr>
        <p:txBody>
          <a:bodyPr l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Text in paragraphs with relevant information highlighted in bold.</a:t>
            </a:r>
          </a:p>
          <a:p>
            <a:pPr lvl="0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56E31E-8DE8-627C-3DAC-B86A5B32728B}"/>
              </a:ext>
            </a:extLst>
          </p:cNvPr>
          <p:cNvSpPr txBox="1"/>
          <p:nvPr userDrawn="1"/>
        </p:nvSpPr>
        <p:spPr>
          <a:xfrm>
            <a:off x="1666234" y="2077326"/>
            <a:ext cx="19893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000" b="1">
                <a:solidFill>
                  <a:schemeClr val="bg1"/>
                </a:solidFill>
                <a:latin typeface="PT Sans" panose="020B0503020203020204" pitchFamily="34" charset="77"/>
              </a:rPr>
              <a:t>Machine Learning Reply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14D71C-F8E3-AD42-BBBA-810A990824F4}"/>
              </a:ext>
            </a:extLst>
          </p:cNvPr>
          <p:cNvSpPr txBox="1"/>
          <p:nvPr userDrawn="1"/>
        </p:nvSpPr>
        <p:spPr>
          <a:xfrm>
            <a:off x="291524" y="6438312"/>
            <a:ext cx="26643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PT Sans" panose="020B0503020203020204" pitchFamily="34" charset="77"/>
                <a:ea typeface="+mn-ea"/>
                <a:cs typeface="+mn-cs"/>
              </a:rPr>
              <a:t>Machine Learning Reply | Short CV |</a:t>
            </a:r>
            <a:endParaRPr kumimoji="0" lang="en-DE" sz="12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PT Sans" panose="020B0503020203020204" pitchFamily="34" charset="77"/>
              <a:ea typeface="+mn-ea"/>
              <a:cs typeface="+mn-cs"/>
            </a:endParaRPr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F9F396C0-38E0-1840-9566-42900CBC36C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763489" y="6438312"/>
            <a:ext cx="904489" cy="243166"/>
          </a:xfrm>
          <a:prstGeom prst="rect">
            <a:avLst/>
          </a:prstGeom>
        </p:spPr>
        <p:txBody>
          <a:bodyPr lIns="0"/>
          <a:lstStyle>
            <a:lvl1pPr>
              <a:defRPr kumimoji="0" lang="en-US" sz="1200" b="0" i="0" u="none" strike="noStrike" kern="1200" cap="none" spc="0" normalizeH="0" baseline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PT Sans" panose="020B0503020203020204" pitchFamily="34" charset="77"/>
                <a:ea typeface="+mn-ea"/>
                <a:cs typeface="+mn-cs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Q2 2022</a:t>
            </a:r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B855A700-4CDB-7249-ADA8-F019D5CB2BB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27990" y="1627072"/>
            <a:ext cx="3597641" cy="1173942"/>
          </a:xfrm>
          <a:prstGeom prst="rect">
            <a:avLst/>
          </a:prstGeom>
        </p:spPr>
        <p:txBody>
          <a:bodyPr lIns="0"/>
          <a:lstStyle>
            <a:lvl1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sz="9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lang="en-US"/>
              <a:t>Expertise (list of tools)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E07BD20D-D951-2E40-80C4-D3A06FC5CA3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98071" y="1627072"/>
            <a:ext cx="3757829" cy="1173942"/>
          </a:xfrm>
          <a:prstGeom prst="rect">
            <a:avLst/>
          </a:prstGeom>
        </p:spPr>
        <p:txBody>
          <a:bodyPr lIns="0"/>
          <a:lstStyle>
            <a:lvl1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sz="9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/>
              <a:t>General Industry identifier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5727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11" userDrawn="1">
          <p15:clr>
            <a:srgbClr val="FBAE40"/>
          </p15:clr>
        </p15:guide>
        <p15:guide id="3" pos="7446">
          <p15:clr>
            <a:srgbClr val="FBAE40"/>
          </p15:clr>
        </p15:guide>
        <p15:guide id="5" orient="horz" pos="799" userDrawn="1">
          <p15:clr>
            <a:srgbClr val="FBAE40"/>
          </p15:clr>
        </p15:guide>
        <p15:guide id="6" orient="horz" pos="3725">
          <p15:clr>
            <a:srgbClr val="FBAE40"/>
          </p15:clr>
        </p15:guide>
        <p15:guide id="7" orient="horz" pos="193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LReply [DE]">
    <p:bg>
      <p:bgPr>
        <a:blipFill dpi="0" rotWithShape="1">
          <a:blip r:embed="rId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7606A10-8F0C-4B96-8F0F-38986ED53B7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415" imgH="416" progId="TCLayout.ActiveDocument.1">
                  <p:embed/>
                </p:oleObj>
              </mc:Choice>
              <mc:Fallback>
                <p:oleObj name="think-cell Folie" r:id="rId9" imgW="415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7606A10-8F0C-4B96-8F0F-38986ED53B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D7A1DBF-AD07-4E04-96CF-3D15977685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it-IT" sz="1600" b="1" i="0" baseline="0">
              <a:latin typeface="Arial Black" panose="020B0A04020102020204" pitchFamily="34" charset="0"/>
              <a:ea typeface="+mj-ea"/>
              <a:cs typeface="+mj-cs"/>
              <a:sym typeface="Arial Black" panose="020B0A04020102020204" pitchFamily="34" charset="0"/>
            </a:endParaRPr>
          </a:p>
        </p:txBody>
      </p:sp>
      <p:sp>
        <p:nvSpPr>
          <p:cNvPr id="32" name="Freeform 27">
            <a:extLst>
              <a:ext uri="{FF2B5EF4-FFF2-40B4-BE49-F238E27FC236}">
                <a16:creationId xmlns:a16="http://schemas.microsoft.com/office/drawing/2014/main" id="{115D5E09-1E48-4E0E-82C0-2E1B99C3C405}"/>
              </a:ext>
            </a:extLst>
          </p:cNvPr>
          <p:cNvSpPr>
            <a:spLocks noChangeAspect="1"/>
          </p:cNvSpPr>
          <p:nvPr userDrawn="1"/>
        </p:nvSpPr>
        <p:spPr bwMode="gray">
          <a:xfrm flipH="1">
            <a:off x="10305282" y="0"/>
            <a:ext cx="1886717" cy="943264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572"/>
              </a:cxn>
              <a:cxn ang="0">
                <a:pos x="1260" y="572"/>
              </a:cxn>
              <a:cxn ang="0">
                <a:pos x="1430" y="0"/>
              </a:cxn>
              <a:cxn ang="0">
                <a:pos x="0" y="0"/>
              </a:cxn>
            </a:cxnLst>
            <a:rect l="0" t="0" r="r" b="b"/>
            <a:pathLst>
              <a:path w="1430" h="572">
                <a:moveTo>
                  <a:pt x="0" y="0"/>
                </a:moveTo>
                <a:lnTo>
                  <a:pt x="0" y="572"/>
                </a:lnTo>
                <a:lnTo>
                  <a:pt x="1260" y="572"/>
                </a:lnTo>
                <a:lnTo>
                  <a:pt x="1430" y="0"/>
                </a:lnTo>
                <a:lnTo>
                  <a:pt x="0" y="0"/>
                </a:lnTo>
                <a:close/>
              </a:path>
            </a:pathLst>
          </a:custGeom>
          <a:solidFill>
            <a:srgbClr val="8D8EA8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>
            <a:noAutofit/>
          </a:bodyPr>
          <a:lstStyle/>
          <a:p>
            <a:pPr eaLnBrk="1">
              <a:defRPr/>
            </a:pPr>
            <a:endParaRPr lang="en-US">
              <a:solidFill>
                <a:srgbClr val="000000"/>
              </a:solidFill>
              <a:cs typeface="Arial" pitchFamily="34" charset="0"/>
            </a:endParaRPr>
          </a:p>
        </p:txBody>
      </p:sp>
      <p:pic>
        <p:nvPicPr>
          <p:cNvPr id="19" name="Immagine 6" descr="Machine Learning Reply - LOGO_White RGB.eps">
            <a:extLst>
              <a:ext uri="{FF2B5EF4-FFF2-40B4-BE49-F238E27FC236}">
                <a16:creationId xmlns:a16="http://schemas.microsoft.com/office/drawing/2014/main" id="{73C7907C-7BFF-EC4A-A558-C252C700CCFE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048" y="275432"/>
            <a:ext cx="1581861" cy="392400"/>
          </a:xfrm>
          <a:prstGeom prst="rect">
            <a:avLst/>
          </a:prstGeom>
        </p:spPr>
      </p:pic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2205BA68-6DE2-4642-9F5D-EFE4AF0A210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98071" y="1627072"/>
            <a:ext cx="3757829" cy="1173942"/>
          </a:xfrm>
          <a:prstGeom prst="rect">
            <a:avLst/>
          </a:prstGeom>
        </p:spPr>
        <p:txBody>
          <a:bodyPr lIns="0"/>
          <a:lstStyle>
            <a:lvl1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sz="9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/>
              <a:t>General Industry identifier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5285801-3FB0-2B45-A51E-C24EE2BE8D6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47675" y="1366838"/>
            <a:ext cx="1147763" cy="1457325"/>
          </a:xfrm>
          <a:prstGeom prst="rect">
            <a:avLst/>
          </a:prstGeom>
        </p:spPr>
        <p:txBody>
          <a:bodyPr/>
          <a:lstStyle>
            <a:lvl1pPr>
              <a:defRPr b="0" i="1" u="none"/>
            </a:lvl1pPr>
          </a:lstStyle>
          <a:p>
            <a:r>
              <a:rPr lang="de-DE"/>
              <a:t>Picture</a:t>
            </a:r>
          </a:p>
        </p:txBody>
      </p:sp>
      <p:sp>
        <p:nvSpPr>
          <p:cNvPr id="38" name="Rectangle 6">
            <a:extLst>
              <a:ext uri="{FF2B5EF4-FFF2-40B4-BE49-F238E27FC236}">
                <a16:creationId xmlns:a16="http://schemas.microsoft.com/office/drawing/2014/main" id="{B7E87986-522A-564F-AD15-983D7EF716CD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auto">
          <a:xfrm>
            <a:off x="365682" y="3066575"/>
            <a:ext cx="3368874" cy="243166"/>
          </a:xfrm>
          <a:prstGeom prst="rect">
            <a:avLst/>
          </a:prstGeom>
          <a:solidFill>
            <a:srgbClr val="8D8EA8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Clr>
                <a:srgbClr val="006699"/>
              </a:buClr>
              <a:buSzTx/>
              <a:buFontTx/>
              <a:buNone/>
              <a:tabLst/>
              <a:defRPr/>
            </a:pPr>
            <a:r>
              <a:rPr kumimoji="0" lang="de-DE" sz="13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T Sans Narrow" panose="020B0506020203020204" pitchFamily="34" charset="77"/>
                <a:ea typeface="+mn-ea"/>
                <a:cs typeface="+mn-cs"/>
              </a:rPr>
              <a:t>Berufliche Erfahrungen</a:t>
            </a:r>
          </a:p>
        </p:txBody>
      </p:sp>
      <p:sp>
        <p:nvSpPr>
          <p:cNvPr id="39" name="Rectangle 8">
            <a:extLst>
              <a:ext uri="{FF2B5EF4-FFF2-40B4-BE49-F238E27FC236}">
                <a16:creationId xmlns:a16="http://schemas.microsoft.com/office/drawing/2014/main" id="{635F589A-82F0-674D-88BA-4F816FB0AA07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auto">
          <a:xfrm>
            <a:off x="3956400" y="1293361"/>
            <a:ext cx="3597641" cy="243166"/>
          </a:xfrm>
          <a:prstGeom prst="rect">
            <a:avLst/>
          </a:prstGeom>
          <a:solidFill>
            <a:srgbClr val="8D8EA8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94945" indent="-194945" eaLnBrk="0" hangingPunct="0">
              <a:lnSpc>
                <a:spcPct val="80000"/>
              </a:lnSpc>
              <a:spcBef>
                <a:spcPct val="5000"/>
              </a:spcBef>
              <a:defRPr/>
            </a:pPr>
            <a:r>
              <a:rPr lang="de-DE" sz="1300" b="0" i="0">
                <a:solidFill>
                  <a:schemeClr val="bg1"/>
                </a:solidFill>
                <a:latin typeface="PT Sans Narrow" panose="020B0506020203020204" pitchFamily="34" charset="77"/>
              </a:rPr>
              <a:t>Funktionale Expertise </a:t>
            </a:r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E18AFDB3-6129-A746-9218-5AFD5EBBFC0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auto">
          <a:xfrm>
            <a:off x="3956400" y="3066575"/>
            <a:ext cx="7868913" cy="243166"/>
          </a:xfrm>
          <a:prstGeom prst="rect">
            <a:avLst/>
          </a:prstGeom>
          <a:solidFill>
            <a:srgbClr val="8D8EA8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Clr>
                <a:srgbClr val="006699"/>
              </a:buClr>
              <a:buSzTx/>
              <a:buFontTx/>
              <a:buNone/>
              <a:tabLst/>
              <a:defRPr/>
            </a:pPr>
            <a:r>
              <a:rPr kumimoji="0" lang="en-GB" sz="13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T Sans Narrow" panose="020B0506020203020204" pitchFamily="34" charset="77"/>
                <a:ea typeface="+mn-ea"/>
                <a:cs typeface="+mn-cs"/>
              </a:rPr>
              <a:t>Relevante</a:t>
            </a:r>
            <a:r>
              <a:rPr kumimoji="0" lang="en-GB" sz="13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T Sans Narrow" panose="020B0506020203020204" pitchFamily="34" charset="77"/>
                <a:ea typeface="+mn-ea"/>
                <a:cs typeface="+mn-cs"/>
              </a:rPr>
              <a:t> </a:t>
            </a:r>
            <a:r>
              <a:rPr kumimoji="0" lang="en-GB" sz="13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T Sans Narrow" panose="020B0506020203020204" pitchFamily="34" charset="77"/>
                <a:ea typeface="+mn-ea"/>
                <a:cs typeface="+mn-cs"/>
              </a:rPr>
              <a:t>Projekterfahrung</a:t>
            </a:r>
            <a:r>
              <a:rPr kumimoji="0" lang="en-GB" sz="13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T Sans Narrow" panose="020B0506020203020204" pitchFamily="34" charset="77"/>
                <a:ea typeface="+mn-ea"/>
                <a:cs typeface="+mn-cs"/>
              </a:rPr>
              <a:t> (</a:t>
            </a:r>
            <a:r>
              <a:rPr kumimoji="0" lang="en-GB" sz="13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T Sans Narrow" panose="020B0506020203020204" pitchFamily="34" charset="77"/>
                <a:ea typeface="+mn-ea"/>
                <a:cs typeface="+mn-cs"/>
              </a:rPr>
              <a:t>Auswahl</a:t>
            </a:r>
            <a:r>
              <a:rPr kumimoji="0" lang="en-GB" sz="13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T Sans Narrow" panose="020B0506020203020204" pitchFamily="34" charset="77"/>
                <a:ea typeface="+mn-ea"/>
                <a:cs typeface="+mn-cs"/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B8A848-40BC-C74B-8160-EAEB60DBD8B6}"/>
              </a:ext>
            </a:extLst>
          </p:cNvPr>
          <p:cNvSpPr txBox="1"/>
          <p:nvPr userDrawn="1"/>
        </p:nvSpPr>
        <p:spPr>
          <a:xfrm>
            <a:off x="1668663" y="2398152"/>
            <a:ext cx="7272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>
                <a:solidFill>
                  <a:schemeClr val="bg1"/>
                </a:solidFill>
                <a:latin typeface="PT Sans" panose="020B0503020203020204" pitchFamily="34" charset="77"/>
              </a:rPr>
              <a:t>Mobile: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FF6F75-7F50-4043-AB22-AA51B415B222}"/>
              </a:ext>
            </a:extLst>
          </p:cNvPr>
          <p:cNvSpPr txBox="1"/>
          <p:nvPr userDrawn="1"/>
        </p:nvSpPr>
        <p:spPr>
          <a:xfrm>
            <a:off x="1668663" y="2591877"/>
            <a:ext cx="7272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>
                <a:solidFill>
                  <a:schemeClr val="bg1"/>
                </a:solidFill>
                <a:latin typeface="PT Sans" panose="020B0503020203020204" pitchFamily="34" charset="77"/>
              </a:rPr>
              <a:t>Email:</a:t>
            </a:r>
          </a:p>
        </p:txBody>
      </p:sp>
      <p:sp>
        <p:nvSpPr>
          <p:cNvPr id="4" name="TextBox 14">
            <a:extLst>
              <a:ext uri="{FF2B5EF4-FFF2-40B4-BE49-F238E27FC236}">
                <a16:creationId xmlns:a16="http://schemas.microsoft.com/office/drawing/2014/main" id="{4DEB16DF-0856-429A-886D-55FBFDD3ACA7}"/>
              </a:ext>
            </a:extLst>
          </p:cNvPr>
          <p:cNvSpPr txBox="1"/>
          <p:nvPr userDrawn="1"/>
        </p:nvSpPr>
        <p:spPr>
          <a:xfrm>
            <a:off x="365682" y="397932"/>
            <a:ext cx="993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100" baseline="0">
                <a:solidFill>
                  <a:srgbClr val="00444C"/>
                </a:solidFill>
                <a:latin typeface="PT Sans Caption" panose="020B0603020203020204" pitchFamily="34" charset="77"/>
              </a:rPr>
              <a:t>PROFILÜBERSICHT UND PROJEKTERFAHRUNG</a:t>
            </a:r>
          </a:p>
        </p:txBody>
      </p:sp>
      <p:sp>
        <p:nvSpPr>
          <p:cNvPr id="26" name="Rectangle 8">
            <a:extLst>
              <a:ext uri="{FF2B5EF4-FFF2-40B4-BE49-F238E27FC236}">
                <a16:creationId xmlns:a16="http://schemas.microsoft.com/office/drawing/2014/main" id="{3AF7B5E2-17AB-149B-F945-4531884706E4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auto">
          <a:xfrm>
            <a:off x="7939728" y="1293361"/>
            <a:ext cx="3874009" cy="243166"/>
          </a:xfrm>
          <a:prstGeom prst="rect">
            <a:avLst/>
          </a:prstGeom>
          <a:solidFill>
            <a:srgbClr val="8D8EA8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94945" indent="-194945" eaLnBrk="0" hangingPunct="0">
              <a:lnSpc>
                <a:spcPct val="80000"/>
              </a:lnSpc>
              <a:spcBef>
                <a:spcPct val="5000"/>
              </a:spcBef>
              <a:defRPr/>
            </a:pPr>
            <a:r>
              <a:rPr lang="de-DE" sz="1300" b="0" i="0">
                <a:solidFill>
                  <a:schemeClr val="bg1"/>
                </a:solidFill>
                <a:latin typeface="PT Sans Narrow" panose="020B0506020203020204" pitchFamily="34" charset="77"/>
              </a:rPr>
              <a:t>Industrieerfahrung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A77D001D-5E54-435D-B408-5E5ECC82BCC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69932" y="1819174"/>
            <a:ext cx="1963737" cy="215817"/>
          </a:xfrm>
          <a:prstGeom prst="rect">
            <a:avLst/>
          </a:prstGeom>
        </p:spPr>
        <p:txBody>
          <a:bodyPr/>
          <a:lstStyle>
            <a:lvl1pPr>
              <a:defRPr sz="1000" u="none">
                <a:solidFill>
                  <a:schemeClr val="bg1"/>
                </a:solidFill>
                <a:latin typeface="PT Sans" panose="020B0503020203020204" pitchFamily="34" charset="77"/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Position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2F34FD78-7D11-4CB0-8271-0EB41BCE5F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64356" y="1366838"/>
            <a:ext cx="1963737" cy="292323"/>
          </a:xfrm>
          <a:prstGeom prst="rect">
            <a:avLst/>
          </a:prstGeom>
        </p:spPr>
        <p:txBody>
          <a:bodyPr/>
          <a:lstStyle>
            <a:lvl1pPr>
              <a:defRPr sz="1400" u="none">
                <a:solidFill>
                  <a:schemeClr val="bg1"/>
                </a:solidFill>
                <a:latin typeface="PT Sans Caption" panose="020B0603020203020204" pitchFamily="34" charset="77"/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01503E74-5379-28AB-8BD1-2DAA5CDBD80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675" y="3419232"/>
            <a:ext cx="3219450" cy="2831097"/>
          </a:xfrm>
          <a:prstGeom prst="rect">
            <a:avLst/>
          </a:prstGeom>
        </p:spPr>
        <p:txBody>
          <a:bodyPr l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Text in paragraphs with relevant information highlighted in bold.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011D7E67-3793-AF94-0D5F-8427E466402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211621" y="2398152"/>
            <a:ext cx="1421636" cy="215817"/>
          </a:xfrm>
          <a:prstGeom prst="rect">
            <a:avLst/>
          </a:prstGeom>
        </p:spPr>
        <p:txBody>
          <a:bodyPr/>
          <a:lstStyle>
            <a:lvl1pPr algn="r">
              <a:defRPr sz="1000" b="0" u="none">
                <a:solidFill>
                  <a:schemeClr val="bg1"/>
                </a:solidFill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ED212EB8-0D97-8C57-5297-5402B1A04D2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11621" y="2591877"/>
            <a:ext cx="1421636" cy="215817"/>
          </a:xfrm>
          <a:prstGeom prst="rect">
            <a:avLst/>
          </a:prstGeom>
        </p:spPr>
        <p:txBody>
          <a:bodyPr/>
          <a:lstStyle>
            <a:lvl1pPr algn="r">
              <a:defRPr sz="1000" b="0" u="none">
                <a:solidFill>
                  <a:schemeClr val="bg1"/>
                </a:solidFill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F0DF348-ADDB-4AB5-2DE7-5ABFC685010F}"/>
              </a:ext>
            </a:extLst>
          </p:cNvPr>
          <p:cNvSpPr txBox="1"/>
          <p:nvPr userDrawn="1"/>
        </p:nvSpPr>
        <p:spPr>
          <a:xfrm>
            <a:off x="1666234" y="2077326"/>
            <a:ext cx="19893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000" b="1">
                <a:solidFill>
                  <a:schemeClr val="bg1"/>
                </a:solidFill>
                <a:latin typeface="PT Sans" panose="020B0503020203020204" pitchFamily="34" charset="77"/>
              </a:rPr>
              <a:t>Machine Learning Reply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B27B97-E4C8-C44B-B84C-746142B43655}"/>
              </a:ext>
            </a:extLst>
          </p:cNvPr>
          <p:cNvSpPr txBox="1"/>
          <p:nvPr userDrawn="1"/>
        </p:nvSpPr>
        <p:spPr>
          <a:xfrm>
            <a:off x="291524" y="6438312"/>
            <a:ext cx="26643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PT Sans" panose="020B0503020203020204" pitchFamily="34" charset="77"/>
                <a:ea typeface="+mn-ea"/>
                <a:cs typeface="+mn-cs"/>
              </a:rPr>
              <a:t>Machine Learning Reply | Short CV |</a:t>
            </a:r>
            <a:endParaRPr kumimoji="0" lang="en-DE" sz="12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PT Sans" panose="020B0503020203020204" pitchFamily="34" charset="77"/>
              <a:ea typeface="+mn-ea"/>
              <a:cs typeface="+mn-cs"/>
            </a:endParaRP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CDA5C6CC-B09F-4F4B-B2C0-96738CC9DB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763489" y="6438312"/>
            <a:ext cx="904489" cy="243166"/>
          </a:xfrm>
          <a:prstGeom prst="rect">
            <a:avLst/>
          </a:prstGeom>
        </p:spPr>
        <p:txBody>
          <a:bodyPr lIns="0"/>
          <a:lstStyle>
            <a:lvl1pPr>
              <a:defRPr kumimoji="0" lang="en-US" sz="1200" b="0" i="0" u="none" strike="noStrike" kern="1200" cap="none" spc="0" normalizeH="0" baseline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PT Sans" panose="020B0503020203020204" pitchFamily="34" charset="77"/>
                <a:ea typeface="+mn-ea"/>
                <a:cs typeface="+mn-cs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Q2 2022</a:t>
            </a:r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94DFA207-58AE-FF4E-9290-C6D4D71BA2F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27990" y="1627072"/>
            <a:ext cx="3597641" cy="1173942"/>
          </a:xfrm>
          <a:prstGeom prst="rect">
            <a:avLst/>
          </a:prstGeom>
        </p:spPr>
        <p:txBody>
          <a:bodyPr lIns="0"/>
          <a:lstStyle>
            <a:lvl1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sz="9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lang="en-US"/>
              <a:t>Expertise (list of tools)</a:t>
            </a:r>
          </a:p>
        </p:txBody>
      </p:sp>
      <p:sp>
        <p:nvSpPr>
          <p:cNvPr id="35" name="Text Placeholder 5">
            <a:extLst>
              <a:ext uri="{FF2B5EF4-FFF2-40B4-BE49-F238E27FC236}">
                <a16:creationId xmlns:a16="http://schemas.microsoft.com/office/drawing/2014/main" id="{7F0F23AC-7D26-E04A-A279-E19241E57C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27990" y="3429000"/>
            <a:ext cx="7727910" cy="2821330"/>
          </a:xfrm>
          <a:prstGeom prst="rect">
            <a:avLst/>
          </a:prstGeom>
        </p:spPr>
        <p:txBody>
          <a:bodyPr lIns="0"/>
          <a:lstStyle>
            <a:lvl1pPr marL="0" indent="0">
              <a:buFont typeface="Wingdings" pitchFamily="2" charset="2"/>
              <a:buNone/>
              <a:defRPr sz="900" b="1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 marL="171450" indent="-171450">
              <a:buFont typeface="Wingdings" pitchFamily="2" charset="2"/>
              <a:buChar char="§"/>
              <a:defRPr sz="9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fontAlgn="base">
              <a:spcBef>
                <a:spcPts val="100"/>
              </a:spcBef>
            </a:pPr>
            <a:r>
              <a:rPr lang="en-US"/>
              <a:t>Description for a project – Position</a:t>
            </a:r>
          </a:p>
          <a:p>
            <a:pPr lvl="1" fontAlgn="base">
              <a:spcBef>
                <a:spcPts val="100"/>
              </a:spcBef>
            </a:pPr>
            <a:r>
              <a:rPr lang="en-US" sz="900"/>
              <a:t>Item</a:t>
            </a:r>
          </a:p>
          <a:p>
            <a:pPr lvl="1" fontAlgn="base">
              <a:spcBef>
                <a:spcPts val="100"/>
              </a:spcBef>
            </a:pPr>
            <a:r>
              <a:rPr lang="en-US" sz="900"/>
              <a:t>Item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4996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11" userDrawn="1">
          <p15:clr>
            <a:srgbClr val="FBAE40"/>
          </p15:clr>
        </p15:guide>
        <p15:guide id="3" pos="7446">
          <p15:clr>
            <a:srgbClr val="FBAE40"/>
          </p15:clr>
        </p15:guide>
        <p15:guide id="5" orient="horz" pos="799" userDrawn="1">
          <p15:clr>
            <a:srgbClr val="FBAE40"/>
          </p15:clr>
        </p15:guide>
        <p15:guide id="6" orient="horz" pos="3725">
          <p15:clr>
            <a:srgbClr val="FBAE40"/>
          </p15:clr>
        </p15:guide>
        <p15:guide id="7" orient="horz" pos="193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ly [ENG]">
    <p:bg>
      <p:bgPr>
        <a:blipFill dpi="0" rotWithShape="1">
          <a:blip r:embed="rId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7606A10-8F0C-4B96-8F0F-38986ED53B7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415" imgH="416" progId="TCLayout.ActiveDocument.1">
                  <p:embed/>
                </p:oleObj>
              </mc:Choice>
              <mc:Fallback>
                <p:oleObj name="think-cell Folie" r:id="rId9" imgW="415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7606A10-8F0C-4B96-8F0F-38986ED53B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D7A1DBF-AD07-4E04-96CF-3D15977685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it-IT" sz="1600" b="1" i="0" baseline="0">
              <a:latin typeface="Arial Black" panose="020B0A04020102020204" pitchFamily="34" charset="0"/>
              <a:ea typeface="+mj-ea"/>
              <a:cs typeface="+mj-cs"/>
              <a:sym typeface="Arial Black" panose="020B0A04020102020204" pitchFamily="34" charset="0"/>
            </a:endParaRPr>
          </a:p>
        </p:txBody>
      </p:sp>
      <p:sp>
        <p:nvSpPr>
          <p:cNvPr id="32" name="Freeform 27">
            <a:extLst>
              <a:ext uri="{FF2B5EF4-FFF2-40B4-BE49-F238E27FC236}">
                <a16:creationId xmlns:a16="http://schemas.microsoft.com/office/drawing/2014/main" id="{115D5E09-1E48-4E0E-82C0-2E1B99C3C405}"/>
              </a:ext>
            </a:extLst>
          </p:cNvPr>
          <p:cNvSpPr>
            <a:spLocks noChangeAspect="1"/>
          </p:cNvSpPr>
          <p:nvPr userDrawn="1"/>
        </p:nvSpPr>
        <p:spPr bwMode="gray">
          <a:xfrm flipH="1">
            <a:off x="10305282" y="0"/>
            <a:ext cx="1886717" cy="943264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572"/>
              </a:cxn>
              <a:cxn ang="0">
                <a:pos x="1260" y="572"/>
              </a:cxn>
              <a:cxn ang="0">
                <a:pos x="1430" y="0"/>
              </a:cxn>
              <a:cxn ang="0">
                <a:pos x="0" y="0"/>
              </a:cxn>
            </a:cxnLst>
            <a:rect l="0" t="0" r="r" b="b"/>
            <a:pathLst>
              <a:path w="1430" h="572">
                <a:moveTo>
                  <a:pt x="0" y="0"/>
                </a:moveTo>
                <a:lnTo>
                  <a:pt x="0" y="572"/>
                </a:lnTo>
                <a:lnTo>
                  <a:pt x="1260" y="572"/>
                </a:lnTo>
                <a:lnTo>
                  <a:pt x="143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13E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>
            <a:noAutofit/>
          </a:bodyPr>
          <a:lstStyle/>
          <a:p>
            <a:pPr eaLnBrk="1">
              <a:defRPr/>
            </a:pPr>
            <a:endParaRPr lang="en-US">
              <a:solidFill>
                <a:srgbClr val="000000"/>
              </a:solidFill>
              <a:cs typeface="Arial" pitchFamily="34" charset="0"/>
            </a:endParaRPr>
          </a:p>
        </p:txBody>
      </p:sp>
      <p:sp>
        <p:nvSpPr>
          <p:cNvPr id="38" name="Rectangle 6">
            <a:extLst>
              <a:ext uri="{FF2B5EF4-FFF2-40B4-BE49-F238E27FC236}">
                <a16:creationId xmlns:a16="http://schemas.microsoft.com/office/drawing/2014/main" id="{B7E87986-522A-564F-AD15-983D7EF716CD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auto">
          <a:xfrm>
            <a:off x="365682" y="3066575"/>
            <a:ext cx="3368874" cy="243166"/>
          </a:xfrm>
          <a:prstGeom prst="rect">
            <a:avLst/>
          </a:prstGeom>
          <a:solidFill>
            <a:srgbClr val="00B13E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14300" indent="-114300">
              <a:spcBef>
                <a:spcPct val="30000"/>
              </a:spcBef>
              <a:buClr>
                <a:srgbClr val="006699"/>
              </a:buClr>
            </a:pPr>
            <a:r>
              <a:rPr lang="de-DE" sz="1300" b="0" i="0">
                <a:solidFill>
                  <a:srgbClr val="FFFFFF"/>
                </a:solidFill>
                <a:latin typeface="PT Sans Narrow" panose="020B0506020203020204" pitchFamily="34" charset="77"/>
              </a:rPr>
              <a:t>Professional Background</a:t>
            </a:r>
          </a:p>
        </p:txBody>
      </p:sp>
      <p:sp>
        <p:nvSpPr>
          <p:cNvPr id="39" name="Rectangle 8">
            <a:extLst>
              <a:ext uri="{FF2B5EF4-FFF2-40B4-BE49-F238E27FC236}">
                <a16:creationId xmlns:a16="http://schemas.microsoft.com/office/drawing/2014/main" id="{635F589A-82F0-674D-88BA-4F816FB0AA07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auto">
          <a:xfrm>
            <a:off x="3956401" y="1293361"/>
            <a:ext cx="3741914" cy="237600"/>
          </a:xfrm>
          <a:prstGeom prst="rect">
            <a:avLst/>
          </a:prstGeom>
          <a:solidFill>
            <a:srgbClr val="00B13E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94945" indent="-194945" eaLnBrk="0" hangingPunct="0">
              <a:lnSpc>
                <a:spcPct val="80000"/>
              </a:lnSpc>
              <a:spcBef>
                <a:spcPct val="5000"/>
              </a:spcBef>
              <a:defRPr/>
            </a:pPr>
            <a:r>
              <a:rPr lang="de-DE" sz="1300" b="0" i="0">
                <a:solidFill>
                  <a:schemeClr val="bg1"/>
                </a:solidFill>
                <a:latin typeface="PT Sans Narrow" panose="020B0506020203020204" pitchFamily="34" charset="77"/>
              </a:rPr>
              <a:t>Functional Expertise </a:t>
            </a:r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E18AFDB3-6129-A746-9218-5AFD5EBBFC0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auto">
          <a:xfrm>
            <a:off x="3956400" y="3066575"/>
            <a:ext cx="7868913" cy="237600"/>
          </a:xfrm>
          <a:prstGeom prst="rect">
            <a:avLst/>
          </a:prstGeom>
          <a:solidFill>
            <a:srgbClr val="00B13E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14300" indent="-114300">
              <a:spcBef>
                <a:spcPct val="30000"/>
              </a:spcBef>
              <a:buClr>
                <a:srgbClr val="006699"/>
              </a:buClr>
            </a:pPr>
            <a:r>
              <a:rPr lang="en-GB" sz="1300" b="0" i="0">
                <a:solidFill>
                  <a:srgbClr val="FFFFFF"/>
                </a:solidFill>
                <a:latin typeface="PT Sans Narrow" panose="020B0506020203020204" pitchFamily="34" charset="77"/>
              </a:rPr>
              <a:t>Relevant Project Experience (Selection)</a:t>
            </a:r>
          </a:p>
        </p:txBody>
      </p:sp>
      <p:sp>
        <p:nvSpPr>
          <p:cNvPr id="4" name="TextBox 14">
            <a:extLst>
              <a:ext uri="{FF2B5EF4-FFF2-40B4-BE49-F238E27FC236}">
                <a16:creationId xmlns:a16="http://schemas.microsoft.com/office/drawing/2014/main" id="{4DEB16DF-0856-429A-886D-55FBFDD3ACA7}"/>
              </a:ext>
            </a:extLst>
          </p:cNvPr>
          <p:cNvSpPr txBox="1"/>
          <p:nvPr userDrawn="1"/>
        </p:nvSpPr>
        <p:spPr>
          <a:xfrm>
            <a:off x="365682" y="397932"/>
            <a:ext cx="993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100" baseline="0" dirty="0">
                <a:solidFill>
                  <a:srgbClr val="00444C"/>
                </a:solidFill>
                <a:latin typeface="PT Sans Caption" panose="020B0603020203020204" pitchFamily="34" charset="77"/>
              </a:rPr>
              <a:t>SHORT SUMMARY AND PROJECT EXPERIENCE</a:t>
            </a:r>
            <a:endParaRPr lang="de-DE" sz="2800" b="1" spc="100" baseline="0" dirty="0">
              <a:solidFill>
                <a:srgbClr val="00444C"/>
              </a:solidFill>
              <a:latin typeface="PT Sans Caption" panose="020B0603020203020204" pitchFamily="34" charset="77"/>
            </a:endParaRPr>
          </a:p>
        </p:txBody>
      </p:sp>
      <p:pic>
        <p:nvPicPr>
          <p:cNvPr id="27" name="Bild 6" descr="Unbenannt-1.png">
            <a:extLst>
              <a:ext uri="{FF2B5EF4-FFF2-40B4-BE49-F238E27FC236}">
                <a16:creationId xmlns:a16="http://schemas.microsoft.com/office/drawing/2014/main" id="{6821E482-C5A1-C74A-BE25-9FAF51FE9F4A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108" y="264527"/>
            <a:ext cx="1463064" cy="392400"/>
          </a:xfrm>
          <a:prstGeom prst="rect">
            <a:avLst/>
          </a:prstGeom>
        </p:spPr>
      </p:pic>
      <p:sp>
        <p:nvSpPr>
          <p:cNvPr id="33" name="RoleText">
            <a:extLst>
              <a:ext uri="{FF2B5EF4-FFF2-40B4-BE49-F238E27FC236}">
                <a16:creationId xmlns:a16="http://schemas.microsoft.com/office/drawing/2014/main" id="{7262B094-0E69-5839-C08D-46579E0ED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69932" y="1819174"/>
            <a:ext cx="1963737" cy="215817"/>
          </a:xfrm>
          <a:prstGeom prst="rect">
            <a:avLst/>
          </a:prstGeom>
        </p:spPr>
        <p:txBody>
          <a:bodyPr/>
          <a:lstStyle>
            <a:lvl1pPr>
              <a:defRPr sz="1000" u="none">
                <a:solidFill>
                  <a:schemeClr val="bg1"/>
                </a:solidFill>
                <a:latin typeface="PT Sans" panose="020B0503020203020204" pitchFamily="34" charset="77"/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Position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D361F3-3FBD-0767-47B5-246FF0AA64E2}"/>
              </a:ext>
            </a:extLst>
          </p:cNvPr>
          <p:cNvSpPr txBox="1"/>
          <p:nvPr userDrawn="1"/>
        </p:nvSpPr>
        <p:spPr>
          <a:xfrm>
            <a:off x="1668663" y="2398152"/>
            <a:ext cx="7272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>
                <a:solidFill>
                  <a:schemeClr val="bg1"/>
                </a:solidFill>
                <a:latin typeface="PT Sans" panose="020B0503020203020204" pitchFamily="34" charset="77"/>
              </a:rPr>
              <a:t>Mobile: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A5F24A3-11A6-FC83-2E3E-A4ED06AB3AAE}"/>
              </a:ext>
            </a:extLst>
          </p:cNvPr>
          <p:cNvSpPr txBox="1"/>
          <p:nvPr userDrawn="1"/>
        </p:nvSpPr>
        <p:spPr>
          <a:xfrm>
            <a:off x="1668663" y="2591877"/>
            <a:ext cx="7272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>
                <a:solidFill>
                  <a:schemeClr val="bg1"/>
                </a:solidFill>
                <a:latin typeface="PT Sans" panose="020B0503020203020204" pitchFamily="34" charset="77"/>
              </a:rPr>
              <a:t>Email:</a:t>
            </a:r>
          </a:p>
        </p:txBody>
      </p:sp>
      <p:sp>
        <p:nvSpPr>
          <p:cNvPr id="53" name="Rectangle 8">
            <a:extLst>
              <a:ext uri="{FF2B5EF4-FFF2-40B4-BE49-F238E27FC236}">
                <a16:creationId xmlns:a16="http://schemas.microsoft.com/office/drawing/2014/main" id="{1ED9033F-D7E8-FCC0-ADF8-94A3618809A4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auto">
          <a:xfrm>
            <a:off x="7987591" y="1303252"/>
            <a:ext cx="3741914" cy="237600"/>
          </a:xfrm>
          <a:prstGeom prst="rect">
            <a:avLst/>
          </a:prstGeom>
          <a:solidFill>
            <a:srgbClr val="00B13E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94945" indent="-194945" eaLnBrk="0" hangingPunct="0">
              <a:lnSpc>
                <a:spcPct val="80000"/>
              </a:lnSpc>
              <a:spcBef>
                <a:spcPct val="5000"/>
              </a:spcBef>
              <a:defRPr/>
            </a:pPr>
            <a:r>
              <a:rPr lang="de-DE" sz="1300" b="0" i="0">
                <a:solidFill>
                  <a:schemeClr val="bg1"/>
                </a:solidFill>
                <a:latin typeface="PT Sans Narrow" panose="020B0506020203020204" pitchFamily="34" charset="77"/>
              </a:rPr>
              <a:t>Industry Expertise </a:t>
            </a:r>
          </a:p>
        </p:txBody>
      </p:sp>
      <p:sp>
        <p:nvSpPr>
          <p:cNvPr id="24" name="NameText">
            <a:extLst>
              <a:ext uri="{FF2B5EF4-FFF2-40B4-BE49-F238E27FC236}">
                <a16:creationId xmlns:a16="http://schemas.microsoft.com/office/drawing/2014/main" id="{F0FE5748-2E7E-E6A6-6A28-D26B4D5C1D6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64356" y="1366838"/>
            <a:ext cx="1963737" cy="292323"/>
          </a:xfrm>
          <a:prstGeom prst="rect">
            <a:avLst/>
          </a:prstGeom>
        </p:spPr>
        <p:txBody>
          <a:bodyPr/>
          <a:lstStyle>
            <a:lvl1pPr>
              <a:defRPr sz="1400" u="none">
                <a:solidFill>
                  <a:schemeClr val="bg1"/>
                </a:solidFill>
                <a:latin typeface="PT Sans Caption" panose="020B0603020203020204" pitchFamily="34" charset="77"/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29" name="phoneText">
            <a:extLst>
              <a:ext uri="{FF2B5EF4-FFF2-40B4-BE49-F238E27FC236}">
                <a16:creationId xmlns:a16="http://schemas.microsoft.com/office/drawing/2014/main" id="{32D758A8-5F1A-0074-1212-0D202F54F6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211621" y="2398152"/>
            <a:ext cx="1421636" cy="215817"/>
          </a:xfrm>
          <a:prstGeom prst="rect">
            <a:avLst/>
          </a:prstGeom>
        </p:spPr>
        <p:txBody>
          <a:bodyPr/>
          <a:lstStyle>
            <a:lvl1pPr algn="r">
              <a:defRPr sz="1000" b="0" u="none">
                <a:solidFill>
                  <a:schemeClr val="bg1"/>
                </a:solidFill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0" name="emailText">
            <a:extLst>
              <a:ext uri="{FF2B5EF4-FFF2-40B4-BE49-F238E27FC236}">
                <a16:creationId xmlns:a16="http://schemas.microsoft.com/office/drawing/2014/main" id="{D22EA4D4-086D-609B-9F4E-D76622CA113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11621" y="2591877"/>
            <a:ext cx="1421636" cy="215817"/>
          </a:xfrm>
          <a:prstGeom prst="rect">
            <a:avLst/>
          </a:prstGeom>
        </p:spPr>
        <p:txBody>
          <a:bodyPr/>
          <a:lstStyle>
            <a:lvl1pPr algn="r">
              <a:defRPr sz="1000" b="0" u="none">
                <a:solidFill>
                  <a:schemeClr val="bg1"/>
                </a:solidFill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FD175A-5BDD-41B4-6678-3E9EA2421A94}"/>
              </a:ext>
            </a:extLst>
          </p:cNvPr>
          <p:cNvSpPr txBox="1"/>
          <p:nvPr userDrawn="1"/>
        </p:nvSpPr>
        <p:spPr>
          <a:xfrm>
            <a:off x="1666234" y="2077326"/>
            <a:ext cx="9799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000" b="1">
                <a:solidFill>
                  <a:schemeClr val="bg1"/>
                </a:solidFill>
                <a:latin typeface="PT Sans" panose="020B0503020203020204" pitchFamily="34" charset="77"/>
              </a:rPr>
              <a:t>Reply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D3C71D-7075-B546-9BC5-D89E0044A02A}"/>
              </a:ext>
            </a:extLst>
          </p:cNvPr>
          <p:cNvSpPr txBox="1"/>
          <p:nvPr userDrawn="1"/>
        </p:nvSpPr>
        <p:spPr>
          <a:xfrm>
            <a:off x="291524" y="6438312"/>
            <a:ext cx="13728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PT Sans" panose="020B0503020203020204" pitchFamily="34" charset="77"/>
                <a:ea typeface="+mn-ea"/>
                <a:cs typeface="+mn-cs"/>
              </a:rPr>
              <a:t>Reply | Short CV |</a:t>
            </a:r>
            <a:endParaRPr kumimoji="0" lang="en-DE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PT Sans" panose="020B0503020203020204" pitchFamily="34" charset="77"/>
              <a:ea typeface="+mn-ea"/>
              <a:cs typeface="+mn-cs"/>
            </a:endParaRP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218C88B2-E270-7146-9A64-27774820BDC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555792" y="6438312"/>
            <a:ext cx="655830" cy="243166"/>
          </a:xfrm>
          <a:prstGeom prst="rect">
            <a:avLst/>
          </a:prstGeom>
        </p:spPr>
        <p:txBody>
          <a:bodyPr lIns="0"/>
          <a:lstStyle>
            <a:lvl1pPr>
              <a:defRPr kumimoji="0" lang="en-US" sz="1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PT Sans" panose="020B0503020203020204" pitchFamily="34" charset="77"/>
                <a:ea typeface="+mn-ea"/>
                <a:cs typeface="+mn-cs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Q2 2022</a:t>
            </a:r>
          </a:p>
        </p:txBody>
      </p:sp>
      <p:sp>
        <p:nvSpPr>
          <p:cNvPr id="31" name="ProfessionalBackgroundText">
            <a:extLst>
              <a:ext uri="{FF2B5EF4-FFF2-40B4-BE49-F238E27FC236}">
                <a16:creationId xmlns:a16="http://schemas.microsoft.com/office/drawing/2014/main" id="{4FCCEF2F-5422-5F45-AFBA-83996B2FEDC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675" y="3419232"/>
            <a:ext cx="3180418" cy="2831097"/>
          </a:xfrm>
          <a:prstGeom prst="rect">
            <a:avLst/>
          </a:prstGeom>
        </p:spPr>
        <p:txBody>
          <a:bodyPr lIns="0"/>
          <a:lstStyle>
            <a:lvl1pPr>
              <a:defRPr sz="10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Text in paragraphs with relevant information highlighted in bold.</a:t>
            </a:r>
          </a:p>
        </p:txBody>
      </p:sp>
      <p:sp>
        <p:nvSpPr>
          <p:cNvPr id="46" name="IndustryExpertiseText">
            <a:extLst>
              <a:ext uri="{FF2B5EF4-FFF2-40B4-BE49-F238E27FC236}">
                <a16:creationId xmlns:a16="http://schemas.microsoft.com/office/drawing/2014/main" id="{8BEDB43C-CCA4-564E-805F-6F1A39F1A5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98071" y="1627072"/>
            <a:ext cx="3757829" cy="1173942"/>
          </a:xfrm>
          <a:prstGeom prst="rect">
            <a:avLst/>
          </a:prstGeom>
        </p:spPr>
        <p:txBody>
          <a:bodyPr lIns="0"/>
          <a:lstStyle>
            <a:lvl1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sz="9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/>
              <a:t>General Industry identifier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/>
          </a:p>
        </p:txBody>
      </p:sp>
      <p:sp>
        <p:nvSpPr>
          <p:cNvPr id="47" name="FunctionExpertiseText">
            <a:extLst>
              <a:ext uri="{FF2B5EF4-FFF2-40B4-BE49-F238E27FC236}">
                <a16:creationId xmlns:a16="http://schemas.microsoft.com/office/drawing/2014/main" id="{B49D48AB-DE9D-2846-9D63-92B5B328CE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27990" y="1627072"/>
            <a:ext cx="3597641" cy="1173942"/>
          </a:xfrm>
          <a:prstGeom prst="rect">
            <a:avLst/>
          </a:prstGeom>
        </p:spPr>
        <p:txBody>
          <a:bodyPr lIns="0"/>
          <a:lstStyle>
            <a:lvl1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sz="9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lang="en-US"/>
              <a:t>Expertise (list of tools)</a:t>
            </a:r>
          </a:p>
        </p:txBody>
      </p:sp>
      <p:sp>
        <p:nvSpPr>
          <p:cNvPr id="35" name="ProjectText">
            <a:extLst>
              <a:ext uri="{FF2B5EF4-FFF2-40B4-BE49-F238E27FC236}">
                <a16:creationId xmlns:a16="http://schemas.microsoft.com/office/drawing/2014/main" id="{6FB59864-C817-1941-85A9-0863DE51ADD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27990" y="3429000"/>
            <a:ext cx="7727910" cy="2821330"/>
          </a:xfrm>
          <a:prstGeom prst="rect">
            <a:avLst/>
          </a:prstGeom>
        </p:spPr>
        <p:txBody>
          <a:bodyPr lIns="0"/>
          <a:lstStyle>
            <a:lvl1pPr marL="0" indent="0">
              <a:buFont typeface="Wingdings" pitchFamily="2" charset="2"/>
              <a:buNone/>
              <a:defRPr sz="900" b="1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 marL="171450" indent="-171450">
              <a:buFont typeface="Wingdings" pitchFamily="2" charset="2"/>
              <a:buChar char="§"/>
              <a:defRPr sz="9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fontAlgn="base">
              <a:spcBef>
                <a:spcPts val="100"/>
              </a:spcBef>
            </a:pPr>
            <a:r>
              <a:rPr lang="en-US"/>
              <a:t>Description for a project – Position</a:t>
            </a:r>
          </a:p>
          <a:p>
            <a:pPr lvl="1" fontAlgn="base">
              <a:spcBef>
                <a:spcPts val="100"/>
              </a:spcBef>
            </a:pPr>
            <a:r>
              <a:rPr lang="en-US" sz="900"/>
              <a:t>Item</a:t>
            </a:r>
          </a:p>
          <a:p>
            <a:pPr lvl="1" fontAlgn="base">
              <a:spcBef>
                <a:spcPts val="100"/>
              </a:spcBef>
            </a:pPr>
            <a:r>
              <a:rPr lang="en-US" sz="900"/>
              <a:t>Item</a:t>
            </a:r>
            <a:endParaRPr lang="de-DE"/>
          </a:p>
        </p:txBody>
      </p:sp>
      <p:sp>
        <p:nvSpPr>
          <p:cNvPr id="6" name="ProfilePicture">
            <a:extLst>
              <a:ext uri="{FF2B5EF4-FFF2-40B4-BE49-F238E27FC236}">
                <a16:creationId xmlns:a16="http://schemas.microsoft.com/office/drawing/2014/main" id="{90725F5E-284F-61FA-0C96-43866E3B100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47675" y="1366838"/>
            <a:ext cx="1147763" cy="1457325"/>
          </a:xfrm>
          <a:prstGeom prst="rect">
            <a:avLst/>
          </a:prstGeom>
        </p:spPr>
        <p:txBody>
          <a:bodyPr/>
          <a:lstStyle>
            <a:lvl1pPr>
              <a:defRPr b="0" i="1" u="none"/>
            </a:lvl1pPr>
          </a:lstStyle>
          <a:p>
            <a:r>
              <a:rPr lang="de-DE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4032326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34">
          <p15:clr>
            <a:srgbClr val="FBAE40"/>
          </p15:clr>
        </p15:guide>
        <p15:guide id="3" pos="7446">
          <p15:clr>
            <a:srgbClr val="FBAE40"/>
          </p15:clr>
        </p15:guide>
        <p15:guide id="5" orient="horz" pos="1071">
          <p15:clr>
            <a:srgbClr val="FBAE40"/>
          </p15:clr>
        </p15:guide>
        <p15:guide id="6" orient="horz" pos="3725">
          <p15:clr>
            <a:srgbClr val="FBAE40"/>
          </p15:clr>
        </p15:guide>
        <p15:guide id="7" orient="horz" pos="238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ly [DE]">
    <p:bg>
      <p:bgPr>
        <a:blipFill dpi="0" rotWithShape="1">
          <a:blip r:embed="rId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7606A10-8F0C-4B96-8F0F-38986ED53B7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415" imgH="416" progId="TCLayout.ActiveDocument.1">
                  <p:embed/>
                </p:oleObj>
              </mc:Choice>
              <mc:Fallback>
                <p:oleObj name="think-cell Folie" r:id="rId9" imgW="415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7606A10-8F0C-4B96-8F0F-38986ED53B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D7A1DBF-AD07-4E04-96CF-3D15977685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it-IT" sz="1600" b="1" i="0" baseline="0">
              <a:latin typeface="Arial Black" panose="020B0A04020102020204" pitchFamily="34" charset="0"/>
              <a:ea typeface="+mj-ea"/>
              <a:cs typeface="+mj-cs"/>
              <a:sym typeface="Arial Black" panose="020B0A04020102020204" pitchFamily="34" charset="0"/>
            </a:endParaRPr>
          </a:p>
        </p:txBody>
      </p:sp>
      <p:sp>
        <p:nvSpPr>
          <p:cNvPr id="32" name="Freeform 27">
            <a:extLst>
              <a:ext uri="{FF2B5EF4-FFF2-40B4-BE49-F238E27FC236}">
                <a16:creationId xmlns:a16="http://schemas.microsoft.com/office/drawing/2014/main" id="{115D5E09-1E48-4E0E-82C0-2E1B99C3C405}"/>
              </a:ext>
            </a:extLst>
          </p:cNvPr>
          <p:cNvSpPr>
            <a:spLocks noChangeAspect="1"/>
          </p:cNvSpPr>
          <p:nvPr userDrawn="1"/>
        </p:nvSpPr>
        <p:spPr bwMode="gray">
          <a:xfrm flipH="1">
            <a:off x="10305282" y="0"/>
            <a:ext cx="1886717" cy="943264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572"/>
              </a:cxn>
              <a:cxn ang="0">
                <a:pos x="1260" y="572"/>
              </a:cxn>
              <a:cxn ang="0">
                <a:pos x="1430" y="0"/>
              </a:cxn>
              <a:cxn ang="0">
                <a:pos x="0" y="0"/>
              </a:cxn>
            </a:cxnLst>
            <a:rect l="0" t="0" r="r" b="b"/>
            <a:pathLst>
              <a:path w="1430" h="572">
                <a:moveTo>
                  <a:pt x="0" y="0"/>
                </a:moveTo>
                <a:lnTo>
                  <a:pt x="0" y="572"/>
                </a:lnTo>
                <a:lnTo>
                  <a:pt x="1260" y="572"/>
                </a:lnTo>
                <a:lnTo>
                  <a:pt x="143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13E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>
            <a:noAutofit/>
          </a:bodyPr>
          <a:lstStyle/>
          <a:p>
            <a:pPr eaLnBrk="1">
              <a:defRPr/>
            </a:pPr>
            <a:endParaRPr lang="en-US">
              <a:solidFill>
                <a:srgbClr val="000000"/>
              </a:solidFill>
              <a:cs typeface="Arial" pitchFamily="34" charset="0"/>
            </a:endParaRPr>
          </a:p>
        </p:txBody>
      </p:sp>
      <p:sp>
        <p:nvSpPr>
          <p:cNvPr id="38" name="Rectangle 6">
            <a:extLst>
              <a:ext uri="{FF2B5EF4-FFF2-40B4-BE49-F238E27FC236}">
                <a16:creationId xmlns:a16="http://schemas.microsoft.com/office/drawing/2014/main" id="{B7E87986-522A-564F-AD15-983D7EF716CD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auto">
          <a:xfrm>
            <a:off x="365682" y="3066575"/>
            <a:ext cx="3368874" cy="243166"/>
          </a:xfrm>
          <a:prstGeom prst="rect">
            <a:avLst/>
          </a:prstGeom>
          <a:solidFill>
            <a:srgbClr val="00B13E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14300" indent="-114300">
              <a:spcBef>
                <a:spcPct val="30000"/>
              </a:spcBef>
              <a:buClr>
                <a:srgbClr val="006699"/>
              </a:buClr>
            </a:pPr>
            <a:r>
              <a:rPr lang="de-DE" sz="1300" b="0" i="0">
                <a:solidFill>
                  <a:srgbClr val="FFFFFF"/>
                </a:solidFill>
                <a:latin typeface="PT Sans Narrow" panose="020B0506020203020204" pitchFamily="34" charset="77"/>
              </a:rPr>
              <a:t>Berufliche Erfahrungen</a:t>
            </a:r>
          </a:p>
        </p:txBody>
      </p:sp>
      <p:sp>
        <p:nvSpPr>
          <p:cNvPr id="39" name="Rectangle 8">
            <a:extLst>
              <a:ext uri="{FF2B5EF4-FFF2-40B4-BE49-F238E27FC236}">
                <a16:creationId xmlns:a16="http://schemas.microsoft.com/office/drawing/2014/main" id="{635F589A-82F0-674D-88BA-4F816FB0AA07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auto">
          <a:xfrm>
            <a:off x="3956401" y="1293361"/>
            <a:ext cx="3741914" cy="237600"/>
          </a:xfrm>
          <a:prstGeom prst="rect">
            <a:avLst/>
          </a:prstGeom>
          <a:solidFill>
            <a:srgbClr val="00B13E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94945" indent="-194945" eaLnBrk="0" hangingPunct="0">
              <a:lnSpc>
                <a:spcPct val="80000"/>
              </a:lnSpc>
              <a:spcBef>
                <a:spcPct val="5000"/>
              </a:spcBef>
              <a:defRPr/>
            </a:pPr>
            <a:r>
              <a:rPr lang="de-DE" sz="1300" b="0" i="0">
                <a:solidFill>
                  <a:schemeClr val="bg1"/>
                </a:solidFill>
                <a:latin typeface="PT Sans Narrow" panose="020B0506020203020204" pitchFamily="34" charset="77"/>
              </a:rPr>
              <a:t>Funktionale Expertise </a:t>
            </a:r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E18AFDB3-6129-A746-9218-5AFD5EBBFC0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auto">
          <a:xfrm>
            <a:off x="3956400" y="3066575"/>
            <a:ext cx="7868913" cy="237600"/>
          </a:xfrm>
          <a:prstGeom prst="rect">
            <a:avLst/>
          </a:prstGeom>
          <a:solidFill>
            <a:srgbClr val="00B13E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14300" indent="-114300">
              <a:spcBef>
                <a:spcPct val="30000"/>
              </a:spcBef>
              <a:buClr>
                <a:srgbClr val="006699"/>
              </a:buClr>
            </a:pPr>
            <a:r>
              <a:rPr lang="en-GB" sz="1300" b="0" i="0">
                <a:solidFill>
                  <a:srgbClr val="FFFFFF"/>
                </a:solidFill>
                <a:latin typeface="PT Sans Narrow" panose="020B0506020203020204" pitchFamily="34" charset="77"/>
              </a:rPr>
              <a:t>Relevante Projekterfahrung (Auswahl)</a:t>
            </a:r>
          </a:p>
        </p:txBody>
      </p:sp>
      <p:sp>
        <p:nvSpPr>
          <p:cNvPr id="4" name="TextBox 14">
            <a:extLst>
              <a:ext uri="{FF2B5EF4-FFF2-40B4-BE49-F238E27FC236}">
                <a16:creationId xmlns:a16="http://schemas.microsoft.com/office/drawing/2014/main" id="{4DEB16DF-0856-429A-886D-55FBFDD3ACA7}"/>
              </a:ext>
            </a:extLst>
          </p:cNvPr>
          <p:cNvSpPr txBox="1"/>
          <p:nvPr userDrawn="1"/>
        </p:nvSpPr>
        <p:spPr>
          <a:xfrm>
            <a:off x="365682" y="397932"/>
            <a:ext cx="993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100" baseline="0">
                <a:solidFill>
                  <a:srgbClr val="00444C"/>
                </a:solidFill>
                <a:latin typeface="PT Sans Caption" panose="020B0603020203020204" pitchFamily="34" charset="77"/>
              </a:rPr>
              <a:t>PROFILÜBERSICHT UND PROJEKTERFAHRUNG</a:t>
            </a:r>
          </a:p>
        </p:txBody>
      </p:sp>
      <p:pic>
        <p:nvPicPr>
          <p:cNvPr id="27" name="Bild 6" descr="Unbenannt-1.png">
            <a:extLst>
              <a:ext uri="{FF2B5EF4-FFF2-40B4-BE49-F238E27FC236}">
                <a16:creationId xmlns:a16="http://schemas.microsoft.com/office/drawing/2014/main" id="{6821E482-C5A1-C74A-BE25-9FAF51FE9F4A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108" y="264527"/>
            <a:ext cx="1463064" cy="392400"/>
          </a:xfrm>
          <a:prstGeom prst="rect">
            <a:avLst/>
          </a:prstGeom>
        </p:spPr>
      </p:pic>
      <p:sp>
        <p:nvSpPr>
          <p:cNvPr id="31" name="NameText">
            <a:extLst>
              <a:ext uri="{FF2B5EF4-FFF2-40B4-BE49-F238E27FC236}">
                <a16:creationId xmlns:a16="http://schemas.microsoft.com/office/drawing/2014/main" id="{7CF0ECDA-F061-0A99-CED3-8F332A38604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64356" y="1366838"/>
            <a:ext cx="1963737" cy="292323"/>
          </a:xfrm>
          <a:prstGeom prst="rect">
            <a:avLst/>
          </a:prstGeom>
        </p:spPr>
        <p:txBody>
          <a:bodyPr/>
          <a:lstStyle>
            <a:lvl1pPr>
              <a:defRPr sz="1400" u="none">
                <a:solidFill>
                  <a:schemeClr val="bg1"/>
                </a:solidFill>
                <a:latin typeface="PT Sans Caption" panose="020B0603020203020204" pitchFamily="34" charset="77"/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33" name="RoleText">
            <a:extLst>
              <a:ext uri="{FF2B5EF4-FFF2-40B4-BE49-F238E27FC236}">
                <a16:creationId xmlns:a16="http://schemas.microsoft.com/office/drawing/2014/main" id="{7262B094-0E69-5839-C08D-46579E0ED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69933" y="1819174"/>
            <a:ext cx="1963737" cy="215817"/>
          </a:xfrm>
          <a:prstGeom prst="rect">
            <a:avLst/>
          </a:prstGeom>
        </p:spPr>
        <p:txBody>
          <a:bodyPr/>
          <a:lstStyle>
            <a:lvl1pPr>
              <a:defRPr sz="1000" u="none">
                <a:solidFill>
                  <a:schemeClr val="bg1"/>
                </a:solidFill>
                <a:latin typeface="PT Sans" panose="020B0503020203020204" pitchFamily="34" charset="77"/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Position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D361F3-3FBD-0767-47B5-246FF0AA64E2}"/>
              </a:ext>
            </a:extLst>
          </p:cNvPr>
          <p:cNvSpPr txBox="1"/>
          <p:nvPr userDrawn="1"/>
        </p:nvSpPr>
        <p:spPr>
          <a:xfrm>
            <a:off x="1668663" y="2398152"/>
            <a:ext cx="7272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>
                <a:solidFill>
                  <a:schemeClr val="bg1"/>
                </a:solidFill>
                <a:latin typeface="PT Sans" panose="020B0503020203020204" pitchFamily="34" charset="77"/>
              </a:rPr>
              <a:t>Mobile: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A5F24A3-11A6-FC83-2E3E-A4ED06AB3AAE}"/>
              </a:ext>
            </a:extLst>
          </p:cNvPr>
          <p:cNvSpPr txBox="1"/>
          <p:nvPr userDrawn="1"/>
        </p:nvSpPr>
        <p:spPr>
          <a:xfrm>
            <a:off x="1668663" y="2591877"/>
            <a:ext cx="7272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>
                <a:solidFill>
                  <a:schemeClr val="bg1"/>
                </a:solidFill>
                <a:latin typeface="PT Sans" panose="020B0503020203020204" pitchFamily="34" charset="77"/>
              </a:rPr>
              <a:t>Email:</a:t>
            </a:r>
          </a:p>
        </p:txBody>
      </p:sp>
      <p:sp>
        <p:nvSpPr>
          <p:cNvPr id="53" name="Rectangle 8">
            <a:extLst>
              <a:ext uri="{FF2B5EF4-FFF2-40B4-BE49-F238E27FC236}">
                <a16:creationId xmlns:a16="http://schemas.microsoft.com/office/drawing/2014/main" id="{1ED9033F-D7E8-FCC0-ADF8-94A3618809A4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auto">
          <a:xfrm>
            <a:off x="7987591" y="1303252"/>
            <a:ext cx="3741914" cy="237600"/>
          </a:xfrm>
          <a:prstGeom prst="rect">
            <a:avLst/>
          </a:prstGeom>
          <a:solidFill>
            <a:srgbClr val="00B13E"/>
          </a:solidFill>
          <a:ln>
            <a:noFill/>
          </a:ln>
        </p:spPr>
        <p:txBody>
          <a:bodyPr wrap="none" lIns="72000" tIns="72000" rIns="72000" bIns="72000" anchor="ctr"/>
          <a:lstStyle/>
          <a:p>
            <a:pPr marL="194945" indent="-194945" eaLnBrk="0" hangingPunct="0">
              <a:lnSpc>
                <a:spcPct val="80000"/>
              </a:lnSpc>
              <a:spcBef>
                <a:spcPct val="5000"/>
              </a:spcBef>
              <a:defRPr/>
            </a:pPr>
            <a:r>
              <a:rPr lang="de-DE" sz="1300" b="0" i="0">
                <a:solidFill>
                  <a:schemeClr val="bg1"/>
                </a:solidFill>
                <a:latin typeface="PT Sans Narrow" panose="020B0506020203020204" pitchFamily="34" charset="77"/>
              </a:rPr>
              <a:t>Industrieerfahrung</a:t>
            </a:r>
          </a:p>
        </p:txBody>
      </p:sp>
      <p:sp>
        <p:nvSpPr>
          <p:cNvPr id="25" name="phoneText">
            <a:extLst>
              <a:ext uri="{FF2B5EF4-FFF2-40B4-BE49-F238E27FC236}">
                <a16:creationId xmlns:a16="http://schemas.microsoft.com/office/drawing/2014/main" id="{AF4F0D18-D54E-AA5B-7B30-77AC84F934E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211621" y="2398152"/>
            <a:ext cx="1421636" cy="215817"/>
          </a:xfrm>
          <a:prstGeom prst="rect">
            <a:avLst/>
          </a:prstGeom>
        </p:spPr>
        <p:txBody>
          <a:bodyPr/>
          <a:lstStyle>
            <a:lvl1pPr algn="r">
              <a:defRPr sz="1000" b="0" u="none">
                <a:solidFill>
                  <a:schemeClr val="bg1"/>
                </a:solidFill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6" name="emailText">
            <a:extLst>
              <a:ext uri="{FF2B5EF4-FFF2-40B4-BE49-F238E27FC236}">
                <a16:creationId xmlns:a16="http://schemas.microsoft.com/office/drawing/2014/main" id="{0E86E825-4327-29EF-D6BD-E469CD46C7A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11621" y="2591877"/>
            <a:ext cx="1421636" cy="215817"/>
          </a:xfrm>
          <a:prstGeom prst="rect">
            <a:avLst/>
          </a:prstGeom>
        </p:spPr>
        <p:txBody>
          <a:bodyPr/>
          <a:lstStyle>
            <a:lvl1pPr algn="r">
              <a:defRPr sz="1000" b="0" u="none">
                <a:solidFill>
                  <a:schemeClr val="bg1"/>
                </a:solidFill>
              </a:defRPr>
            </a:lvl1pPr>
            <a:lvl2pPr>
              <a:defRPr sz="1000" b="1">
                <a:latin typeface="+mj-lt"/>
              </a:defRPr>
            </a:lvl2pPr>
            <a:lvl4pPr marL="177800" indent="0">
              <a:buNone/>
              <a:defRPr/>
            </a:lvl4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00EF3B-7DC8-929E-3B03-9F32720752B5}"/>
              </a:ext>
            </a:extLst>
          </p:cNvPr>
          <p:cNvSpPr txBox="1"/>
          <p:nvPr userDrawn="1"/>
        </p:nvSpPr>
        <p:spPr>
          <a:xfrm>
            <a:off x="1666234" y="2077326"/>
            <a:ext cx="9799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000" b="1">
                <a:solidFill>
                  <a:schemeClr val="bg1"/>
                </a:solidFill>
                <a:latin typeface="PT Sans" panose="020B0503020203020204" pitchFamily="34" charset="77"/>
              </a:rPr>
              <a:t>Reply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3D41AD-3789-6F40-8478-3290C5451708}"/>
              </a:ext>
            </a:extLst>
          </p:cNvPr>
          <p:cNvSpPr txBox="1"/>
          <p:nvPr userDrawn="1"/>
        </p:nvSpPr>
        <p:spPr>
          <a:xfrm>
            <a:off x="291524" y="6438312"/>
            <a:ext cx="13728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PT Sans" panose="020B0503020203020204" pitchFamily="34" charset="77"/>
                <a:ea typeface="+mn-ea"/>
                <a:cs typeface="+mn-cs"/>
              </a:rPr>
              <a:t>Reply | Short CV |</a:t>
            </a:r>
            <a:endParaRPr kumimoji="0" lang="en-DE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PT Sans" panose="020B0503020203020204" pitchFamily="34" charset="77"/>
              <a:ea typeface="+mn-ea"/>
              <a:cs typeface="+mn-cs"/>
            </a:endParaRPr>
          </a:p>
        </p:txBody>
      </p:sp>
      <p:sp>
        <p:nvSpPr>
          <p:cNvPr id="43" name="Text Placeholder 5">
            <a:extLst>
              <a:ext uri="{FF2B5EF4-FFF2-40B4-BE49-F238E27FC236}">
                <a16:creationId xmlns:a16="http://schemas.microsoft.com/office/drawing/2014/main" id="{7A631B59-F4AF-F34A-BA4D-E14C8410C93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555792" y="6438312"/>
            <a:ext cx="655830" cy="243166"/>
          </a:xfrm>
          <a:prstGeom prst="rect">
            <a:avLst/>
          </a:prstGeom>
        </p:spPr>
        <p:txBody>
          <a:bodyPr lIns="0"/>
          <a:lstStyle>
            <a:lvl1pPr>
              <a:defRPr kumimoji="0" lang="en-US" sz="1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PT Sans" panose="020B0503020203020204" pitchFamily="34" charset="77"/>
                <a:ea typeface="+mn-ea"/>
                <a:cs typeface="+mn-cs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Q2 2022</a:t>
            </a:r>
          </a:p>
        </p:txBody>
      </p:sp>
      <p:sp>
        <p:nvSpPr>
          <p:cNvPr id="30" name="ProfessionalBackgroundText">
            <a:extLst>
              <a:ext uri="{FF2B5EF4-FFF2-40B4-BE49-F238E27FC236}">
                <a16:creationId xmlns:a16="http://schemas.microsoft.com/office/drawing/2014/main" id="{A62AEF2E-8175-0541-B8B5-1F18174027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675" y="3419232"/>
            <a:ext cx="3180418" cy="2831097"/>
          </a:xfrm>
          <a:prstGeom prst="rect">
            <a:avLst/>
          </a:prstGeom>
        </p:spPr>
        <p:txBody>
          <a:bodyPr lIns="0"/>
          <a:lstStyle>
            <a:lvl1pPr>
              <a:defRPr sz="10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Text in paragraphs with relevant information highlighted in bold.</a:t>
            </a:r>
          </a:p>
        </p:txBody>
      </p:sp>
      <p:sp>
        <p:nvSpPr>
          <p:cNvPr id="47" name="IndustryExpertiseText">
            <a:extLst>
              <a:ext uri="{FF2B5EF4-FFF2-40B4-BE49-F238E27FC236}">
                <a16:creationId xmlns:a16="http://schemas.microsoft.com/office/drawing/2014/main" id="{95081835-8E6F-A046-AFC3-C8FE583B8D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98071" y="1627072"/>
            <a:ext cx="3757829" cy="1173942"/>
          </a:xfrm>
          <a:prstGeom prst="rect">
            <a:avLst/>
          </a:prstGeom>
        </p:spPr>
        <p:txBody>
          <a:bodyPr lIns="0"/>
          <a:lstStyle>
            <a:lvl1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sz="9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/>
              <a:t>General Industry identifier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/>
          </a:p>
        </p:txBody>
      </p:sp>
      <p:sp>
        <p:nvSpPr>
          <p:cNvPr id="50" name="FunctionExpertiseText">
            <a:extLst>
              <a:ext uri="{FF2B5EF4-FFF2-40B4-BE49-F238E27FC236}">
                <a16:creationId xmlns:a16="http://schemas.microsoft.com/office/drawing/2014/main" id="{BF858FE2-50E4-7D42-A47B-FBF8A73CEF8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27990" y="1627072"/>
            <a:ext cx="3597641" cy="1173942"/>
          </a:xfrm>
          <a:prstGeom prst="rect">
            <a:avLst/>
          </a:prstGeom>
        </p:spPr>
        <p:txBody>
          <a:bodyPr lIns="0"/>
          <a:lstStyle>
            <a:lvl1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sz="900" b="0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lang="en-US"/>
              <a:t>Expertise (list of tools)</a:t>
            </a:r>
          </a:p>
        </p:txBody>
      </p:sp>
      <p:sp>
        <p:nvSpPr>
          <p:cNvPr id="34" name="ProjectText">
            <a:extLst>
              <a:ext uri="{FF2B5EF4-FFF2-40B4-BE49-F238E27FC236}">
                <a16:creationId xmlns:a16="http://schemas.microsoft.com/office/drawing/2014/main" id="{F2FE85A1-8AE6-E443-9E91-74C7EFE70E1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27990" y="3429000"/>
            <a:ext cx="7727910" cy="2821330"/>
          </a:xfrm>
          <a:prstGeom prst="rect">
            <a:avLst/>
          </a:prstGeom>
        </p:spPr>
        <p:txBody>
          <a:bodyPr lIns="0"/>
          <a:lstStyle>
            <a:lvl1pPr marL="0" indent="0">
              <a:buFont typeface="Wingdings" pitchFamily="2" charset="2"/>
              <a:buNone/>
              <a:defRPr sz="900" b="1" u="none">
                <a:solidFill>
                  <a:schemeClr val="tx1"/>
                </a:solidFill>
                <a:latin typeface="PT Sans" panose="020B0503020203020204" pitchFamily="34" charset="77"/>
              </a:defRPr>
            </a:lvl1pPr>
            <a:lvl2pPr marL="171450" indent="-171450">
              <a:buFont typeface="Wingdings" pitchFamily="2" charset="2"/>
              <a:buChar char="§"/>
              <a:defRPr sz="9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fontAlgn="base">
              <a:spcBef>
                <a:spcPts val="100"/>
              </a:spcBef>
            </a:pPr>
            <a:r>
              <a:rPr lang="en-US"/>
              <a:t>Description for a project – Position</a:t>
            </a:r>
          </a:p>
          <a:p>
            <a:pPr lvl="1" fontAlgn="base">
              <a:spcBef>
                <a:spcPts val="100"/>
              </a:spcBef>
            </a:pPr>
            <a:r>
              <a:rPr lang="en-US" sz="900"/>
              <a:t>Item</a:t>
            </a:r>
          </a:p>
          <a:p>
            <a:pPr lvl="1" fontAlgn="base">
              <a:spcBef>
                <a:spcPts val="100"/>
              </a:spcBef>
            </a:pPr>
            <a:r>
              <a:rPr lang="en-US" sz="900"/>
              <a:t>Item</a:t>
            </a:r>
            <a:endParaRPr lang="de-DE"/>
          </a:p>
        </p:txBody>
      </p:sp>
      <p:sp>
        <p:nvSpPr>
          <p:cNvPr id="5" name="ProfilePicture">
            <a:extLst>
              <a:ext uri="{FF2B5EF4-FFF2-40B4-BE49-F238E27FC236}">
                <a16:creationId xmlns:a16="http://schemas.microsoft.com/office/drawing/2014/main" id="{312DC305-6F6C-AE8F-4090-85EDEC77480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47675" y="1366838"/>
            <a:ext cx="1147763" cy="1457325"/>
          </a:xfrm>
          <a:prstGeom prst="rect">
            <a:avLst/>
          </a:prstGeom>
        </p:spPr>
        <p:txBody>
          <a:bodyPr/>
          <a:lstStyle>
            <a:lvl1pPr>
              <a:defRPr b="0" i="1" u="none"/>
            </a:lvl1pPr>
          </a:lstStyle>
          <a:p>
            <a:r>
              <a:rPr lang="de-DE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5442228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34">
          <p15:clr>
            <a:srgbClr val="FBAE40"/>
          </p15:clr>
        </p15:guide>
        <p15:guide id="3" pos="7446">
          <p15:clr>
            <a:srgbClr val="FBAE40"/>
          </p15:clr>
        </p15:guide>
        <p15:guide id="5" orient="horz" pos="1071">
          <p15:clr>
            <a:srgbClr val="FBAE40"/>
          </p15:clr>
        </p15:guide>
        <p15:guide id="6" orient="horz" pos="3725">
          <p15:clr>
            <a:srgbClr val="FBAE40"/>
          </p15:clr>
        </p15:guide>
        <p15:guide id="7" orient="horz" pos="238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ags" Target="../tags/tag2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E647F358-451E-49C3-8163-F9C911B7CAC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39743753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8" imgW="415" imgH="416" progId="TCLayout.ActiveDocument.1">
                  <p:embed/>
                </p:oleObj>
              </mc:Choice>
              <mc:Fallback>
                <p:oleObj name="think-cell Folie" r:id="rId8" imgW="415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E647F358-451E-49C3-8163-F9C911B7CA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C94BCBB1-4EA1-4F40-BA7B-FD3994190CF5}"/>
              </a:ext>
            </a:extLst>
          </p:cNvPr>
          <p:cNvSpPr/>
          <p:nvPr userDrawn="1">
            <p:custDataLst>
              <p:tags r:id="rId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200" b="1" i="0" baseline="0"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1030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3" r:id="rId2"/>
    <p:sldLayoutId id="2147483674" r:id="rId3"/>
    <p:sldLayoutId id="2147483675" r:id="rId4"/>
  </p:sldLayoutIdLst>
  <p:hf sldNum="0"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200" b="1" kern="1200">
          <a:solidFill>
            <a:srgbClr val="004149"/>
          </a:solidFill>
          <a:latin typeface="+mj-lt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Tx/>
        <a:buSzTx/>
        <a:buFont typeface="Arial" pitchFamily="34" charset="0"/>
        <a:buNone/>
        <a:tabLst/>
        <a:defRPr lang="en-US" sz="1000" b="1" u="sng" kern="1200" noProof="0" dirty="0" smtClean="0">
          <a:solidFill>
            <a:srgbClr val="004149"/>
          </a:solidFill>
          <a:latin typeface="PT Sans" panose="020B0503020203020204" pitchFamily="34" charset="77"/>
          <a:ea typeface="+mn-ea"/>
          <a:cs typeface="+mn-cs"/>
        </a:defRPr>
      </a:lvl1pPr>
      <a:lvl2pPr marL="0" marR="0" indent="0" algn="l" defTabSz="914400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Tx/>
        <a:buSzTx/>
        <a:buFont typeface="Arial" pitchFamily="34" charset="0"/>
        <a:buNone/>
        <a:tabLst/>
        <a:defRPr sz="900" kern="1200">
          <a:solidFill>
            <a:srgbClr val="004149"/>
          </a:solidFill>
          <a:latin typeface="PT Sans" panose="020B0503020203020204" pitchFamily="34" charset="77"/>
          <a:ea typeface="+mn-ea"/>
          <a:cs typeface="+mn-cs"/>
        </a:defRPr>
      </a:lvl2pPr>
      <a:lvl3pPr marL="177800" marR="0" indent="-177800" algn="l" defTabSz="914400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rgbClr val="97989A"/>
        </a:buClr>
        <a:buSzTx/>
        <a:buFont typeface="Arial" pitchFamily="34" charset="0"/>
        <a:buChar char="■"/>
        <a:tabLst/>
        <a:defRPr sz="900" kern="1200">
          <a:solidFill>
            <a:srgbClr val="004149"/>
          </a:solidFill>
          <a:latin typeface="PT Sans" panose="020B0503020203020204" pitchFamily="34" charset="77"/>
          <a:ea typeface="+mn-ea"/>
          <a:cs typeface="+mn-cs"/>
        </a:defRPr>
      </a:lvl3pPr>
      <a:lvl4pPr marL="355600" marR="0" indent="-177800" algn="l" defTabSz="914400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rgbClr val="97989A"/>
        </a:buClr>
        <a:buSzTx/>
        <a:buFont typeface="Arial" pitchFamily="34" charset="0"/>
        <a:buChar char="–"/>
        <a:tabLst/>
        <a:defRPr sz="900" kern="1200">
          <a:solidFill>
            <a:srgbClr val="004149"/>
          </a:solidFill>
          <a:latin typeface="PT Sans" panose="020B0503020203020204" pitchFamily="34" charset="77"/>
          <a:ea typeface="+mn-ea"/>
          <a:cs typeface="+mn-cs"/>
        </a:defRPr>
      </a:lvl4pPr>
      <a:lvl5pPr marL="534988" marR="0" indent="-174625" algn="l" defTabSz="914400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rgbClr val="97989A"/>
        </a:buClr>
        <a:buSzTx/>
        <a:buFont typeface="Arial" pitchFamily="34" charset="0"/>
        <a:buChar char="■"/>
        <a:tabLst/>
        <a:defRPr sz="900" kern="1200">
          <a:solidFill>
            <a:srgbClr val="004149"/>
          </a:solidFill>
          <a:latin typeface="PT Sans" panose="020B0503020203020204" pitchFamily="34" charset="77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leText">
            <a:extLst>
              <a:ext uri="{FF2B5EF4-FFF2-40B4-BE49-F238E27FC236}">
                <a16:creationId xmlns:a16="http://schemas.microsoft.com/office/drawing/2014/main" id="{ECB340C3-4D23-9BA0-09FC-B934FA52747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de-DE" dirty="0"/>
              <a:t>Lala</a:t>
            </a:r>
          </a:p>
        </p:txBody>
      </p:sp>
      <p:sp>
        <p:nvSpPr>
          <p:cNvPr id="3" name="NameText">
            <a:extLst>
              <a:ext uri="{FF2B5EF4-FFF2-40B4-BE49-F238E27FC236}">
                <a16:creationId xmlns:a16="http://schemas.microsoft.com/office/drawing/2014/main" id="{BC23F51A-8CFE-717A-1D38-947B02900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DE" dirty="0"/>
              <a:t>Maurits</a:t>
            </a:r>
          </a:p>
        </p:txBody>
      </p:sp>
      <p:sp>
        <p:nvSpPr>
          <p:cNvPr id="4" name="phoneText">
            <a:extLst>
              <a:ext uri="{FF2B5EF4-FFF2-40B4-BE49-F238E27FC236}">
                <a16:creationId xmlns:a16="http://schemas.microsoft.com/office/drawing/2014/main" id="{AA42BBD9-F2A8-C8AF-B629-695D8813BF3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de-DE" dirty="0"/>
              <a:t>na</a:t>
            </a:r>
          </a:p>
        </p:txBody>
      </p:sp>
      <p:sp>
        <p:nvSpPr>
          <p:cNvPr id="5" name="emailText">
            <a:extLst>
              <a:ext uri="{FF2B5EF4-FFF2-40B4-BE49-F238E27FC236}">
                <a16:creationId xmlns:a16="http://schemas.microsoft.com/office/drawing/2014/main" id="{45001E35-BF80-7FA3-BCDB-7D05BC0EA97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de-DE" dirty="0"/>
              <a:t>na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14F3B20-D5C5-61E5-A735-45BADE0D45C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ProfessionalBackgroundText">
            <a:extLst>
              <a:ext uri="{FF2B5EF4-FFF2-40B4-BE49-F238E27FC236}">
                <a16:creationId xmlns:a16="http://schemas.microsoft.com/office/drawing/2014/main" id="{BE7DE9D6-56A3-4620-C0CE-6D16FA8973F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SomeText</a:t>
            </a:r>
          </a:p>
        </p:txBody>
      </p:sp>
      <p:sp>
        <p:nvSpPr>
          <p:cNvPr id="8" name="IndustryExpertiseText">
            <a:extLst>
              <a:ext uri="{FF2B5EF4-FFF2-40B4-BE49-F238E27FC236}">
                <a16:creationId xmlns:a16="http://schemas.microsoft.com/office/drawing/2014/main" id="{7B1DC21B-3EC1-23E4-B4BC-C72E7490D6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/>
              <a:t>Knowledge Graphs (Neo4j, Socially Linked Data, RDF, OWL)</a:t>
            </a:r>
          </a:p>
          <a:p>
            <a:r>
              <a:rPr lang="de-DE" dirty="0"/>
              <a:t>Software Engineering (Open API, Java, JavaScript, Python, Rust)</a:t>
            </a:r>
          </a:p>
          <a:p>
            <a:endParaRPr lang="de-DE" dirty="0"/>
          </a:p>
        </p:txBody>
      </p:sp>
      <p:sp>
        <p:nvSpPr>
          <p:cNvPr id="9" name="FunctionExpertiseText">
            <a:extLst>
              <a:ext uri="{FF2B5EF4-FFF2-40B4-BE49-F238E27FC236}">
                <a16:creationId xmlns:a16="http://schemas.microsoft.com/office/drawing/2014/main" id="{D719B103-2DE4-AE54-A9BC-E299EF0580E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Knowledge Graphs (Neo4j, Socially Linked Data, RDF, OWL)</a:t>
            </a:r>
          </a:p>
          <a:p>
            <a:r>
              <a:rPr lang="de-DE" dirty="0"/>
              <a:t>Software Engineering (Open API, Java, JavaScript, Python, Rust)</a:t>
            </a:r>
          </a:p>
          <a:p>
            <a:endParaRPr lang="de-DE" dirty="0"/>
          </a:p>
        </p:txBody>
      </p:sp>
      <p:sp>
        <p:nvSpPr>
          <p:cNvPr id="10" name="ProjectText">
            <a:extLst>
              <a:ext uri="{FF2B5EF4-FFF2-40B4-BE49-F238E27FC236}">
                <a16:creationId xmlns:a16="http://schemas.microsoft.com/office/drawing/2014/main" id="{AAF0D52F-EA88-7AD3-C4EB-89BE6411C1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>
                <a:latin typeface="PT Sans"/>
              </a:rPr>
              <a:t>Conceptualization and Implementation of a skills management tool </a:t>
            </a:r>
            <a:r>
              <a:rPr lang="de-DE" dirty="0">
                <a:latin typeface="PT Sans"/>
              </a:rPr>
              <a:t> – Software Engineer</a:t>
            </a:r>
            <a:endParaRPr lang="en-US" dirty="0">
              <a:latin typeface="PT Sans"/>
            </a:endParaRPr>
          </a:p>
          <a:p>
            <a:pPr marL="171450" indent="-171450">
              <a:buFont typeface="Wingdings" pitchFamily="2" charset="2"/>
              <a:buChar char="§"/>
            </a:pPr>
            <a:r>
              <a:rPr lang="en-GB" b="0" dirty="0">
                <a:latin typeface="PT Sans"/>
              </a:rPr>
              <a:t>Conceptualized a skill management tool to better manage employee's skills, experiences and match those skills and experiences to projects and learning opportunities. Responsible for architecting initial application structure and communication objects.</a:t>
            </a:r>
          </a:p>
          <a:p>
            <a:pPr marL="171450" indent="-171450">
              <a:buFont typeface="Wingdings" pitchFamily="2" charset="2"/>
              <a:buChar char="§"/>
            </a:pPr>
            <a:r>
              <a:rPr lang="en-GB" b="0" dirty="0">
                <a:latin typeface="PT Sans"/>
              </a:rPr>
              <a:t>Development of backend with </a:t>
            </a:r>
            <a:r>
              <a:rPr lang="en-GB" b="0" dirty="0" err="1">
                <a:latin typeface="PT Sans"/>
              </a:rPr>
              <a:t>NodeJs</a:t>
            </a:r>
            <a:r>
              <a:rPr lang="en-GB" b="0" dirty="0">
                <a:latin typeface="PT Sans"/>
              </a:rPr>
              <a:t> and a graph-based database and development of the frontend with Vue framework whilst using </a:t>
            </a:r>
            <a:r>
              <a:rPr lang="en-GB" b="0" dirty="0" err="1">
                <a:latin typeface="PT Sans"/>
              </a:rPr>
              <a:t>OpenAPI</a:t>
            </a:r>
            <a:r>
              <a:rPr lang="en-GB" b="0" dirty="0">
                <a:latin typeface="PT Sans"/>
              </a:rPr>
              <a:t> 3.0 standards. Jest (unit tests </a:t>
            </a:r>
            <a:r>
              <a:rPr lang="en-GB" b="0" dirty="0" err="1">
                <a:latin typeface="PT Sans"/>
              </a:rPr>
              <a:t>nodejs</a:t>
            </a:r>
            <a:r>
              <a:rPr lang="en-GB" b="0" dirty="0">
                <a:latin typeface="PT Sans"/>
              </a:rPr>
              <a:t>), </a:t>
            </a:r>
            <a:r>
              <a:rPr lang="en-GB" b="0" dirty="0" err="1">
                <a:latin typeface="PT Sans"/>
              </a:rPr>
              <a:t>Vitest</a:t>
            </a:r>
            <a:r>
              <a:rPr lang="en-GB" b="0" dirty="0">
                <a:latin typeface="PT Sans"/>
              </a:rPr>
              <a:t> (unit tests frontend) and Cypress (End-to-End) were implemented to avoid unexpected behaviour.</a:t>
            </a:r>
          </a:p>
          <a:p>
            <a:pPr marL="171450" indent="-171450">
              <a:buChar char="§"/>
            </a:pPr>
            <a:r>
              <a:rPr lang="en-GB" b="0" dirty="0">
                <a:latin typeface="PT Sans"/>
              </a:rPr>
              <a:t>Main responsible to create deployment files with a deployment using Docker and Kubernetes on an AWS infrastructure</a:t>
            </a:r>
          </a:p>
          <a:p>
            <a:endParaRPr lang="de-DE" dirty="0"/>
          </a:p>
        </p:txBody>
      </p:sp>
      <p:pic>
        <p:nvPicPr>
          <p:cNvPr id="13" name="ProfilePicture">
            <a:extLst>
              <a:ext uri="{FF2B5EF4-FFF2-40B4-BE49-F238E27FC236}">
                <a16:creationId xmlns:a16="http://schemas.microsoft.com/office/drawing/2014/main" id="{F379A71B-F7E8-2C99-586A-36ED91F91A4F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" r="203"/>
          <a:stretch/>
        </p:blipFill>
        <p:spPr/>
      </p:pic>
    </p:spTree>
    <p:extLst>
      <p:ext uri="{BB962C8B-B14F-4D97-AF65-F5344CB8AC3E}">
        <p14:creationId xmlns:p14="http://schemas.microsoft.com/office/powerpoint/2010/main" val="1791885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Text">
            <a:extLst>
              <a:ext uri="{FF2B5EF4-FFF2-40B4-BE49-F238E27FC236}">
                <a16:creationId xmlns:a16="http://schemas.microsoft.com/office/drawing/2014/main" id="{66C957C3-CA77-A474-D09B-DD4DE78AD1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DE" dirty="0"/>
              <a:t>Maurits</a:t>
            </a:r>
          </a:p>
        </p:txBody>
      </p:sp>
      <p:sp>
        <p:nvSpPr>
          <p:cNvPr id="3" name="RoleText">
            <a:extLst>
              <a:ext uri="{FF2B5EF4-FFF2-40B4-BE49-F238E27FC236}">
                <a16:creationId xmlns:a16="http://schemas.microsoft.com/office/drawing/2014/main" id="{6D7FAF61-2AC8-6E83-F0D3-319566BDAA2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de-DE" dirty="0"/>
              <a:t>Positio</a:t>
            </a:r>
          </a:p>
        </p:txBody>
      </p:sp>
      <p:sp>
        <p:nvSpPr>
          <p:cNvPr id="4" name="phoneText">
            <a:extLst>
              <a:ext uri="{FF2B5EF4-FFF2-40B4-BE49-F238E27FC236}">
                <a16:creationId xmlns:a16="http://schemas.microsoft.com/office/drawing/2014/main" id="{AD1E31AD-E4A6-3E34-9479-DA8749389BC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de-DE" dirty="0"/>
              <a:t>na</a:t>
            </a:r>
          </a:p>
        </p:txBody>
      </p:sp>
      <p:sp>
        <p:nvSpPr>
          <p:cNvPr id="5" name="emailText">
            <a:extLst>
              <a:ext uri="{FF2B5EF4-FFF2-40B4-BE49-F238E27FC236}">
                <a16:creationId xmlns:a16="http://schemas.microsoft.com/office/drawing/2014/main" id="{9FB2B923-379A-12E1-2173-F84EB7B78CE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de-DE" dirty="0"/>
              <a:t>na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4F0B364-DF75-C4CC-867F-2985D6C4B8A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ProfessionalBackgroundText">
            <a:extLst>
              <a:ext uri="{FF2B5EF4-FFF2-40B4-BE49-F238E27FC236}">
                <a16:creationId xmlns:a16="http://schemas.microsoft.com/office/drawing/2014/main" id="{00D52F02-72DD-E618-2907-E03B18DD36B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SomeText</a:t>
            </a:r>
          </a:p>
        </p:txBody>
      </p:sp>
      <p:sp>
        <p:nvSpPr>
          <p:cNvPr id="8" name="IndustryExpertiseText">
            <a:extLst>
              <a:ext uri="{FF2B5EF4-FFF2-40B4-BE49-F238E27FC236}">
                <a16:creationId xmlns:a16="http://schemas.microsoft.com/office/drawing/2014/main" id="{74A9124E-A5D2-DCD8-8982-7830F8FB45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/>
              <a:t>Knowledge Graphs (Neo4j, Socially Linked Data, RDF, OWL)</a:t>
            </a:r>
          </a:p>
          <a:p>
            <a:r>
              <a:rPr lang="de-DE" dirty="0"/>
              <a:t>Software Engineering (Open API, Java, JavaScript, Python, Rust)</a:t>
            </a:r>
          </a:p>
          <a:p>
            <a:endParaRPr lang="de-DE" dirty="0"/>
          </a:p>
        </p:txBody>
      </p:sp>
      <p:sp>
        <p:nvSpPr>
          <p:cNvPr id="9" name="FunctionExpertiseText">
            <a:extLst>
              <a:ext uri="{FF2B5EF4-FFF2-40B4-BE49-F238E27FC236}">
                <a16:creationId xmlns:a16="http://schemas.microsoft.com/office/drawing/2014/main" id="{7372289E-21EE-3F8F-B147-C65296B5F8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Knowledge Graphs (Neo4j, Socially Linked Data, RDF, OWL)</a:t>
            </a:r>
          </a:p>
          <a:p>
            <a:r>
              <a:rPr lang="de-DE" dirty="0"/>
              <a:t>Software Engineering (Open API, Java, JavaScript, Python, Rust)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10" name="ProjectText">
            <a:extLst>
              <a:ext uri="{FF2B5EF4-FFF2-40B4-BE49-F238E27FC236}">
                <a16:creationId xmlns:a16="http://schemas.microsoft.com/office/drawing/2014/main" id="{C3807C9A-D97E-7553-14C3-1601E017F35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>
                <a:latin typeface="PT Sans"/>
              </a:rPr>
              <a:t>Conceptualization and Implementation of a skills management tool </a:t>
            </a:r>
            <a:r>
              <a:rPr lang="de-DE" dirty="0">
                <a:latin typeface="PT Sans"/>
              </a:rPr>
              <a:t> – Software Engineer</a:t>
            </a:r>
            <a:endParaRPr lang="en-US" dirty="0">
              <a:latin typeface="PT Sans"/>
            </a:endParaRPr>
          </a:p>
          <a:p>
            <a:pPr marL="171450" indent="-171450">
              <a:buFont typeface="Wingdings" pitchFamily="2" charset="2"/>
              <a:buChar char="§"/>
            </a:pPr>
            <a:r>
              <a:rPr lang="en-GB" b="0" dirty="0">
                <a:latin typeface="PT Sans"/>
              </a:rPr>
              <a:t>Conceptualized a skill management tool to better manage employee's skills, experiences and match those skills and experiences to projects and learning opportunities. Responsible for architecting initial application structure and communication objects.</a:t>
            </a:r>
          </a:p>
          <a:p>
            <a:pPr marL="171450" indent="-171450">
              <a:buFont typeface="Wingdings" pitchFamily="2" charset="2"/>
              <a:buChar char="§"/>
            </a:pPr>
            <a:r>
              <a:rPr lang="en-GB" b="0" dirty="0">
                <a:latin typeface="PT Sans"/>
              </a:rPr>
              <a:t>Development of backend with </a:t>
            </a:r>
            <a:r>
              <a:rPr lang="en-GB" b="0" dirty="0" err="1">
                <a:latin typeface="PT Sans"/>
              </a:rPr>
              <a:t>NodeJs</a:t>
            </a:r>
            <a:r>
              <a:rPr lang="en-GB" b="0" dirty="0">
                <a:latin typeface="PT Sans"/>
              </a:rPr>
              <a:t> and a graph-based database and development of the frontend with Vue framework whilst using </a:t>
            </a:r>
            <a:r>
              <a:rPr lang="en-GB" b="0" dirty="0" err="1">
                <a:latin typeface="PT Sans"/>
              </a:rPr>
              <a:t>OpenAPI</a:t>
            </a:r>
            <a:r>
              <a:rPr lang="en-GB" b="0" dirty="0">
                <a:latin typeface="PT Sans"/>
              </a:rPr>
              <a:t> 3.0 standards. Jest (unit tests </a:t>
            </a:r>
            <a:r>
              <a:rPr lang="en-GB" b="0" dirty="0" err="1">
                <a:latin typeface="PT Sans"/>
              </a:rPr>
              <a:t>nodejs</a:t>
            </a:r>
            <a:r>
              <a:rPr lang="en-GB" b="0" dirty="0">
                <a:latin typeface="PT Sans"/>
              </a:rPr>
              <a:t>), </a:t>
            </a:r>
            <a:r>
              <a:rPr lang="en-GB" b="0" dirty="0" err="1">
                <a:latin typeface="PT Sans"/>
              </a:rPr>
              <a:t>Vitest</a:t>
            </a:r>
            <a:r>
              <a:rPr lang="en-GB" b="0" dirty="0">
                <a:latin typeface="PT Sans"/>
              </a:rPr>
              <a:t> (unit tests frontend) and Cypress (End-to-End) were implemented to avoid unexpected behaviour.</a:t>
            </a:r>
          </a:p>
          <a:p>
            <a:pPr marL="171450" indent="-171450">
              <a:buChar char="§"/>
            </a:pPr>
            <a:r>
              <a:rPr lang="en-GB" b="0" dirty="0">
                <a:latin typeface="PT Sans"/>
              </a:rPr>
              <a:t>Main responsible to create deployment files with a deployment using Docker and Kubernetes on an AWS infrastructure</a:t>
            </a:r>
          </a:p>
          <a:p>
            <a:endParaRPr lang="de-DE" dirty="0"/>
          </a:p>
        </p:txBody>
      </p:sp>
      <p:pic>
        <p:nvPicPr>
          <p:cNvPr id="13" name="ProfilePicture">
            <a:extLst>
              <a:ext uri="{FF2B5EF4-FFF2-40B4-BE49-F238E27FC236}">
                <a16:creationId xmlns:a16="http://schemas.microsoft.com/office/drawing/2014/main" id="{6DFCF047-1430-84A0-FEE6-A7B8D7FF638C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" r="203"/>
          <a:stretch/>
        </p:blipFill>
        <p:spPr/>
      </p:pic>
    </p:spTree>
    <p:extLst>
      <p:ext uri="{BB962C8B-B14F-4D97-AF65-F5344CB8AC3E}">
        <p14:creationId xmlns:p14="http://schemas.microsoft.com/office/powerpoint/2010/main" val="98872523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28295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Year&gt;&lt;m_bNumberIsYear val=&quot;0&quot;/&gt;&lt;m_strFormatTime&gt;%Y&lt;/m_strFormatTime&gt;&lt;m_yearfmt&gt;&lt;begin val=&quot;0&quot;/&gt;&lt;end val=&quot;0&quot;/&gt;&lt;/m_yearfmt&gt;&lt;/m_precDefaultYear&gt;&lt;m_precDefaultQuarter&gt;&lt;m_bNumberIsYear val=&quot;0&quot;/&gt;&lt;m_strFormatTime&gt;Q%5&lt;/m_strFormatTime&gt;&lt;m_yearfmt&gt;&lt;begin val=&quot;0&quot;/&gt;&lt;end val=&quot;4&quot;/&gt;&lt;/m_yearfmt&gt;&lt;/m_precDefaultQuarter&gt;&lt;m_precDefaultMonth&gt;&lt;m_bNumberIsYear val=&quot;0&quot;/&gt;&lt;m_strFormatTime&gt;%1&lt;/m_strFormatTime&gt;&lt;m_yearfmt&gt;&lt;begin val=&quot;0&quot;/&gt;&lt;end val=&quot;4&quot;/&gt;&lt;/m_yearfmt&gt;&lt;/m_precDefaultMonth&gt;&lt;m_precDefaultWeek&gt;&lt;m_bNumberIsYear val=&quot;0&quot;/&gt;&lt;m_strFormatTime&gt;%4&lt;/m_strFormatTime&gt;&lt;m_yearfmt&gt;&lt;begin val=&quot;0&quot;/&gt;&lt;end val=&quot;4&quot;/&gt;&lt;/m_yearfmt&gt;&lt;/m_precDefaultWeek&gt;&lt;m_precDefaultDay&gt;&lt;m_bNumberIsYear val=&quot;0&quot;/&gt;&lt;m_strFormatTime&gt;%#d&lt;/m_strFormatTime&gt;&lt;m_yearfmt&gt;&lt;begin val=&quot;0&quot;/&gt;&lt;end val=&quot;4&quot;/&gt;&lt;/m_yearfmt&gt;&lt;/m_precDefaultDay&gt;&lt;m_mruColor&gt;&lt;m_vecMRU length=&quot;3&quot;&gt;&lt;elem m_fUsage=&quot;1.81000000000000005329E+00&quot;&gt;&lt;m_msothmcolidx val=&quot;0&quot;/&gt;&lt;m_rgb r=&quot;9F&quot; g=&quot;D8&quot; b=&quot;0E&quot;/&gt;&lt;/elem&gt;&lt;elem m_fUsage=&quot;9.00000000000000022204E-01&quot;&gt;&lt;m_msothmcolidx val=&quot;0&quot;/&gt;&lt;m_rgb r=&quot;CD&quot; g=&quot;CD&quot; b=&quot;CD&quot;/&gt;&lt;/elem&gt;&lt;elem m_fUsage=&quot;7.29000000000000092371E-01&quot;&gt;&lt;m_msothmcolidx val=&quot;0&quot;/&gt;&lt;m_rgb r=&quot;6D&quot; g=&quot;E2&quot; b=&quot;41&quot;/&gt;&lt;/elem&gt;&lt;/m_vecMRU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b7mCijiSpW4PZl01j9QE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7Kr2SfJSy2G5o8HW8Sttw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Xjnc32sApkGaofdKPb4DIA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kdcAuxz9wkCU.48PVYilGw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XJVgDYWR8ESS69kfvA1m2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kdcAuxz9wkCU.48PVYilGw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7Kr2SfJSy2G5o8HW8Sttw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Xjnc32sApkGaofdKPb4DIA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kdcAuxz9wkCU.48PVYilGw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XJVgDYWR8ESS69kfvA1m2g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kdcAuxz9wkCU.48PVYilGw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7Kr2SfJSy2G5o8HW8Sttw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Xjnc32sApkGaofdKPb4DIA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kdcAuxz9wkCU.48PVYilGw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XJVgDYWR8ESS69kfvA1m2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kdcAuxz9wkCU.48PVYilGw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7Kr2SfJSy2G5o8HW8Sttw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Xjnc32sApkGaofdKPb4DIA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kdcAuxz9wkCU.48PVYilGw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XJVgDYWR8ESS69kfvA1m2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kdcAuxz9wkCU.48PVYilGw"/>
</p:tagLst>
</file>

<file path=ppt/theme/theme1.xml><?xml version="1.0" encoding="utf-8"?>
<a:theme xmlns:a="http://schemas.openxmlformats.org/drawingml/2006/main" name="Master">
  <a:themeElements>
    <a:clrScheme name="ML Reply 1">
      <a:dk1>
        <a:srgbClr val="252625"/>
      </a:dk1>
      <a:lt1>
        <a:srgbClr val="FFFFFF"/>
      </a:lt1>
      <a:dk2>
        <a:srgbClr val="323556"/>
      </a:dk2>
      <a:lt2>
        <a:srgbClr val="C9C9E0"/>
      </a:lt2>
      <a:accent1>
        <a:srgbClr val="8B8DA8"/>
      </a:accent1>
      <a:accent2>
        <a:srgbClr val="919191"/>
      </a:accent2>
      <a:accent3>
        <a:srgbClr val="515373"/>
      </a:accent3>
      <a:accent4>
        <a:srgbClr val="3A3838"/>
      </a:accent4>
      <a:accent5>
        <a:srgbClr val="AEABAB"/>
      </a:accent5>
      <a:accent6>
        <a:srgbClr val="323555"/>
      </a:accent6>
      <a:hlink>
        <a:srgbClr val="252625"/>
      </a:hlink>
      <a:folHlink>
        <a:srgbClr val="32355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0DA48F075C5B4A97888B7494D83B0A" ma:contentTypeVersion="17" ma:contentTypeDescription="Create a new document." ma:contentTypeScope="" ma:versionID="f9f7894fae7260aa58ad200d2d355cca">
  <xsd:schema xmlns:xsd="http://www.w3.org/2001/XMLSchema" xmlns:xs="http://www.w3.org/2001/XMLSchema" xmlns:p="http://schemas.microsoft.com/office/2006/metadata/properties" xmlns:ns2="3ed6e455-ac74-4dac-a85f-281444f13a89" xmlns:ns3="93dfb1fd-9939-48e8-b7f9-906c8dec5f83" targetNamespace="http://schemas.microsoft.com/office/2006/metadata/properties" ma:root="true" ma:fieldsID="96af336797c6b0f4e80653d82f7e21c7" ns2:_="" ns3:_="">
    <xsd:import namespace="3ed6e455-ac74-4dac-a85f-281444f13a89"/>
    <xsd:import namespace="93dfb1fd-9939-48e8-b7f9-906c8dec5f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d6e455-ac74-4dac-a85f-281444f13a8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fa14d781-0189-441e-87ef-c208f41383c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dfb1fd-9939-48e8-b7f9-906c8dec5f83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fae4711-15c2-4032-ae7d-782264aaa624}" ma:internalName="TaxCatchAll" ma:showField="CatchAllData" ma:web="93dfb1fd-9939-48e8-b7f9-906c8dec5f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ed6e455-ac74-4dac-a85f-281444f13a89">
      <Terms xmlns="http://schemas.microsoft.com/office/infopath/2007/PartnerControls"/>
    </lcf76f155ced4ddcb4097134ff3c332f>
    <TaxCatchAll xmlns="93dfb1fd-9939-48e8-b7f9-906c8dec5f83" xsi:nil="true"/>
  </documentManagement>
</p:properties>
</file>

<file path=customXml/itemProps1.xml><?xml version="1.0" encoding="utf-8"?>
<ds:datastoreItem xmlns:ds="http://schemas.openxmlformats.org/officeDocument/2006/customXml" ds:itemID="{99C0829F-ABE3-42F2-B5A4-A4D6E692BB26}">
  <ds:schemaRefs>
    <ds:schemaRef ds:uri="3ed6e455-ac74-4dac-a85f-281444f13a89"/>
    <ds:schemaRef ds:uri="93dfb1fd-9939-48e8-b7f9-906c8dec5f8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E225052-F2B8-49FC-A412-5D27ABF2318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7C53C13-48C7-4544-93BF-9003A9BB3E88}">
  <ds:schemaRefs>
    <ds:schemaRef ds:uri="3ed6e455-ac74-4dac-a85f-281444f13a89"/>
    <ds:schemaRef ds:uri="93dfb1fd-9939-48e8-b7f9-906c8dec5f83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336</Words>
  <Application>Microsoft Office PowerPoint</Application>
  <PresentationFormat>Widescreen</PresentationFormat>
  <Paragraphs>26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Arial</vt:lpstr>
      <vt:lpstr>Arial Black</vt:lpstr>
      <vt:lpstr>Calibri</vt:lpstr>
      <vt:lpstr>PT Sans</vt:lpstr>
      <vt:lpstr>PT Sans Caption</vt:lpstr>
      <vt:lpstr>PT Sans Narrow</vt:lpstr>
      <vt:lpstr>Wingdings</vt:lpstr>
      <vt:lpstr>Master</vt:lpstr>
      <vt:lpstr>think-cell Folie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Filippo Di Giovanni</dc:creator>
  <cp:lastModifiedBy>Maurits De Roover</cp:lastModifiedBy>
  <cp:revision>12</cp:revision>
  <dcterms:created xsi:type="dcterms:W3CDTF">2017-04-28T20:36:13Z</dcterms:created>
  <dcterms:modified xsi:type="dcterms:W3CDTF">2025-02-20T07:28:16Z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0x010100C40DA48F075C5B4A97888B7494D83B0A</vt:lpwstr>
  </property>
  <property fmtid="{D5CDD505-2E9C-101B-9397-08002B2CF9AE}" pid="3" name="AuthorIds_UIVersion_512">
    <vt:lpwstr>6</vt:lpwstr>
  </property>
  <property fmtid="{D5CDD505-2E9C-101B-9397-08002B2CF9AE}" pid="4" name="MediaServiceImageTags">
    <vt:lpwstr/>
  </property>
</Properties>
</file>