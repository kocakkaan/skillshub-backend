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76" r:id="rId5"/>
  </p:sldIdLst>
  <p:sldSz cx="12192000" cy="6858000"/>
  <p:notesSz cx="6858000" cy="9144000"/>
  <p:custDataLst>
    <p:tags r:id="rId8"/>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6" userDrawn="1">
          <p15:clr>
            <a:srgbClr val="A4A3A4"/>
          </p15:clr>
        </p15:guide>
        <p15:guide id="2" pos="2479" userDrawn="1">
          <p15:clr>
            <a:srgbClr val="A4A3A4"/>
          </p15:clr>
        </p15:guide>
        <p15:guide id="3" pos="3840" userDrawn="1">
          <p15:clr>
            <a:srgbClr val="A4A3A4"/>
          </p15:clr>
        </p15:guide>
        <p15:guide id="4" pos="3940" userDrawn="1">
          <p15:clr>
            <a:srgbClr val="A4A3A4"/>
          </p15:clr>
        </p15:guide>
        <p15:guide id="5" orient="horz" pos="386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3E"/>
    <a:srgbClr val="CCCDD8"/>
    <a:srgbClr val="B0B4DD"/>
    <a:srgbClr val="82839E"/>
    <a:srgbClr val="474A67"/>
    <a:srgbClr val="515472"/>
    <a:srgbClr val="8D8EA9"/>
    <a:srgbClr val="505272"/>
    <a:srgbClr val="505273"/>
    <a:srgbClr val="4E4E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52D06C-8FF0-4037-ACBB-87355F18193F}" v="1" dt="2023-09-05T06:05:38.362"/>
    <p1510:client id="{562D201D-F49C-9931-CD89-58B56BE14D1E}" v="1206" dt="2023-09-05T06:05:08.907"/>
    <p1510:client id="{C26F6D18-CE78-741E-49C9-7B17393AF588}" v="205" dt="2023-09-06T13:03:56.266"/>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72" y="216"/>
      </p:cViewPr>
      <p:guideLst>
        <p:guide orient="horz" pos="1366"/>
        <p:guide pos="2479"/>
        <p:guide pos="3840"/>
        <p:guide pos="3940"/>
        <p:guide orient="horz" pos="386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C3EA9E-6BDC-4A79-AFF7-99C44CB824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57F4F1B-A484-48CA-949E-C54FAD24AC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440642-083C-45F1-96AE-6C40D1428CD6}" type="datetimeFigureOut">
              <a:rPr lang="en-GB" smtClean="0"/>
              <a:t>15/02/2025</a:t>
            </a:fld>
            <a:endParaRPr lang="en-GB"/>
          </a:p>
        </p:txBody>
      </p:sp>
      <p:sp>
        <p:nvSpPr>
          <p:cNvPr id="4" name="Footer Placeholder 3">
            <a:extLst>
              <a:ext uri="{FF2B5EF4-FFF2-40B4-BE49-F238E27FC236}">
                <a16:creationId xmlns:a16="http://schemas.microsoft.com/office/drawing/2014/main" id="{195FCCD8-E031-4ADB-97E6-0462DC70D0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834311C-44CC-49A8-A38C-3C038F9763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B2F52F-549D-4565-87BA-A1055EB5BA15}" type="slidenum">
              <a:rPr lang="en-GB" smtClean="0"/>
              <a:t>‹#›</a:t>
            </a:fld>
            <a:endParaRPr lang="en-GB"/>
          </a:p>
        </p:txBody>
      </p:sp>
    </p:spTree>
    <p:extLst>
      <p:ext uri="{BB962C8B-B14F-4D97-AF65-F5344CB8AC3E}">
        <p14:creationId xmlns:p14="http://schemas.microsoft.com/office/powerpoint/2010/main" val="25638896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2F1A5-1147-44AA-941C-401C9E3002E6}" type="datetimeFigureOut">
              <a:rPr lang="en-US" smtClean="0"/>
              <a:t>2/15/2025</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Modifica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F3249D-E364-4AF9-8113-7FC01C784AA7}" type="slidenum">
              <a:rPr lang="en-US" smtClean="0"/>
              <a:t>‹#›</a:t>
            </a:fld>
            <a:endParaRPr lang="en-US"/>
          </a:p>
        </p:txBody>
      </p:sp>
    </p:spTree>
    <p:extLst>
      <p:ext uri="{BB962C8B-B14F-4D97-AF65-F5344CB8AC3E}">
        <p14:creationId xmlns:p14="http://schemas.microsoft.com/office/powerpoint/2010/main" val="1179644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4AF3249D-E364-4AF9-8113-7FC01C784AA7}" type="slidenum">
              <a:rPr lang="en-US" smtClean="0"/>
              <a:t>1</a:t>
            </a:fld>
            <a:endParaRPr lang="en-US"/>
          </a:p>
        </p:txBody>
      </p:sp>
    </p:spTree>
    <p:extLst>
      <p:ext uri="{BB962C8B-B14F-4D97-AF65-F5344CB8AC3E}">
        <p14:creationId xmlns:p14="http://schemas.microsoft.com/office/powerpoint/2010/main" val="368263640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6.xml"/><Relationship Id="rId7"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3.emf"/><Relationship Id="rId5" Type="http://schemas.openxmlformats.org/officeDocument/2006/relationships/tags" Target="../tags/tag8.xml"/><Relationship Id="rId10" Type="http://schemas.openxmlformats.org/officeDocument/2006/relationships/image" Target="../media/image1.emf"/><Relationship Id="rId4" Type="http://schemas.openxmlformats.org/officeDocument/2006/relationships/tags" Target="../tags/tag7.xml"/><Relationship Id="rId9"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12.xml"/><Relationship Id="rId7"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3.emf"/><Relationship Id="rId5" Type="http://schemas.openxmlformats.org/officeDocument/2006/relationships/tags" Target="../tags/tag14.xml"/><Relationship Id="rId10" Type="http://schemas.openxmlformats.org/officeDocument/2006/relationships/image" Target="../media/image1.emf"/><Relationship Id="rId4" Type="http://schemas.openxmlformats.org/officeDocument/2006/relationships/tags" Target="../tags/tag13.xml"/><Relationship Id="rId9"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5.png"/><Relationship Id="rId5" Type="http://schemas.openxmlformats.org/officeDocument/2006/relationships/tags" Target="../tags/tag20.xml"/><Relationship Id="rId10" Type="http://schemas.openxmlformats.org/officeDocument/2006/relationships/image" Target="../media/image1.emf"/><Relationship Id="rId4" Type="http://schemas.openxmlformats.org/officeDocument/2006/relationships/tags" Target="../tags/tag19.xml"/><Relationship Id="rId9"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5.png"/><Relationship Id="rId5" Type="http://schemas.openxmlformats.org/officeDocument/2006/relationships/tags" Target="../tags/tag26.xml"/><Relationship Id="rId10" Type="http://schemas.openxmlformats.org/officeDocument/2006/relationships/image" Target="../media/image1.emf"/><Relationship Id="rId4" Type="http://schemas.openxmlformats.org/officeDocument/2006/relationships/tags" Target="../tags/tag25.xml"/><Relationship Id="rId9"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LReply [ENG]">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7606A10-8F0C-4B96-8F0F-38986ED53B7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415" imgH="416" progId="TCLayout.ActiveDocument.1">
                  <p:embed/>
                </p:oleObj>
              </mc:Choice>
              <mc:Fallback>
                <p:oleObj name="think-cell Folie" r:id="rId9" imgW="415" imgH="416" progId="TCLayout.ActiveDocument.1">
                  <p:embed/>
                  <p:pic>
                    <p:nvPicPr>
                      <p:cNvPr id="3" name="Object 2" hidden="1">
                        <a:extLst>
                          <a:ext uri="{FF2B5EF4-FFF2-40B4-BE49-F238E27FC236}">
                            <a16:creationId xmlns:a16="http://schemas.microsoft.com/office/drawing/2014/main" id="{C7606A10-8F0C-4B96-8F0F-38986ED53B7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D7A1DBF-AD07-4E04-96CF-3D159776859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it-IT" sz="1600" b="1" i="0" baseline="0">
              <a:latin typeface="Arial Black" panose="020B0A04020102020204" pitchFamily="34" charset="0"/>
              <a:ea typeface="+mj-ea"/>
              <a:cs typeface="+mj-cs"/>
              <a:sym typeface="Arial Black" panose="020B0A04020102020204" pitchFamily="34" charset="0"/>
            </a:endParaRPr>
          </a:p>
        </p:txBody>
      </p:sp>
      <p:sp>
        <p:nvSpPr>
          <p:cNvPr id="32" name="Freeform 27">
            <a:extLst>
              <a:ext uri="{FF2B5EF4-FFF2-40B4-BE49-F238E27FC236}">
                <a16:creationId xmlns:a16="http://schemas.microsoft.com/office/drawing/2014/main" id="{115D5E09-1E48-4E0E-82C0-2E1B99C3C405}"/>
              </a:ext>
            </a:extLst>
          </p:cNvPr>
          <p:cNvSpPr>
            <a:spLocks noChangeAspect="1"/>
          </p:cNvSpPr>
          <p:nvPr userDrawn="1"/>
        </p:nvSpPr>
        <p:spPr bwMode="gray">
          <a:xfrm flipH="1">
            <a:off x="10305282" y="0"/>
            <a:ext cx="1886717" cy="943264"/>
          </a:xfrm>
          <a:custGeom>
            <a:avLst/>
            <a:gdLst/>
            <a:ahLst/>
            <a:cxnLst>
              <a:cxn ang="0">
                <a:pos x="0" y="0"/>
              </a:cxn>
              <a:cxn ang="0">
                <a:pos x="0" y="572"/>
              </a:cxn>
              <a:cxn ang="0">
                <a:pos x="1260" y="572"/>
              </a:cxn>
              <a:cxn ang="0">
                <a:pos x="1430" y="0"/>
              </a:cxn>
              <a:cxn ang="0">
                <a:pos x="0" y="0"/>
              </a:cxn>
            </a:cxnLst>
            <a:rect l="0" t="0" r="r" b="b"/>
            <a:pathLst>
              <a:path w="1430" h="572">
                <a:moveTo>
                  <a:pt x="0" y="0"/>
                </a:moveTo>
                <a:lnTo>
                  <a:pt x="0" y="572"/>
                </a:lnTo>
                <a:lnTo>
                  <a:pt x="1260" y="572"/>
                </a:lnTo>
                <a:lnTo>
                  <a:pt x="1430" y="0"/>
                </a:lnTo>
                <a:lnTo>
                  <a:pt x="0" y="0"/>
                </a:lnTo>
                <a:close/>
              </a:path>
            </a:pathLst>
          </a:custGeom>
          <a:solidFill>
            <a:srgbClr val="8D8EA8"/>
          </a:solidFill>
          <a:ln w="9525" cap="flat" cmpd="sng">
            <a:noFill/>
            <a:prstDash val="solid"/>
            <a:round/>
            <a:headEnd type="none" w="med" len="med"/>
            <a:tailEnd type="none" w="med" len="med"/>
          </a:ln>
          <a:effectLst/>
        </p:spPr>
        <p:txBody>
          <a:bodyPr>
            <a:noAutofit/>
          </a:bodyPr>
          <a:lstStyle/>
          <a:p>
            <a:pPr eaLnBrk="1">
              <a:defRPr/>
            </a:pPr>
            <a:endParaRPr lang="en-US">
              <a:solidFill>
                <a:srgbClr val="000000"/>
              </a:solidFill>
              <a:cs typeface="Arial" pitchFamily="34" charset="0"/>
            </a:endParaRPr>
          </a:p>
        </p:txBody>
      </p:sp>
      <p:pic>
        <p:nvPicPr>
          <p:cNvPr id="19" name="Immagine 6" descr="Machine Learning Reply - LOGO_White RGB.eps">
            <a:extLst>
              <a:ext uri="{FF2B5EF4-FFF2-40B4-BE49-F238E27FC236}">
                <a16:creationId xmlns:a16="http://schemas.microsoft.com/office/drawing/2014/main" id="{73C7907C-7BFF-EC4A-A558-C252C700CCF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477048" y="275432"/>
            <a:ext cx="1581861" cy="392400"/>
          </a:xfrm>
          <a:prstGeom prst="rect">
            <a:avLst/>
          </a:prstGeom>
        </p:spPr>
      </p:pic>
      <p:sp>
        <p:nvSpPr>
          <p:cNvPr id="23" name="Text Placeholder 5">
            <a:extLst>
              <a:ext uri="{FF2B5EF4-FFF2-40B4-BE49-F238E27FC236}">
                <a16:creationId xmlns:a16="http://schemas.microsoft.com/office/drawing/2014/main" id="{09673A05-E55F-E24B-A3A3-5F597F240A02}"/>
              </a:ext>
            </a:extLst>
          </p:cNvPr>
          <p:cNvSpPr>
            <a:spLocks noGrp="1"/>
          </p:cNvSpPr>
          <p:nvPr>
            <p:ph type="body" sz="quarter" idx="16" hasCustomPrompt="1"/>
          </p:nvPr>
        </p:nvSpPr>
        <p:spPr>
          <a:xfrm>
            <a:off x="4027990" y="3429000"/>
            <a:ext cx="7727910" cy="2821330"/>
          </a:xfrm>
          <a:prstGeom prst="rect">
            <a:avLst/>
          </a:prstGeom>
        </p:spPr>
        <p:txBody>
          <a:bodyPr lIns="0"/>
          <a:lstStyle>
            <a:lvl1pPr marL="0" indent="0">
              <a:buFont typeface="Wingdings" pitchFamily="2" charset="2"/>
              <a:buNone/>
              <a:defRPr sz="900" b="1" u="none">
                <a:solidFill>
                  <a:schemeClr val="tx1"/>
                </a:solidFill>
                <a:latin typeface="PT Sans" panose="020B0503020203020204" pitchFamily="34" charset="77"/>
              </a:defRPr>
            </a:lvl1pPr>
            <a:lvl2pPr marL="171450" indent="-171450">
              <a:buFont typeface="Wingdings" pitchFamily="2" charset="2"/>
              <a:buChar char="§"/>
              <a:defRPr sz="9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fontAlgn="base">
              <a:spcBef>
                <a:spcPts val="100"/>
              </a:spcBef>
            </a:pPr>
            <a:r>
              <a:rPr lang="en-US"/>
              <a:t>Description for a project – Position</a:t>
            </a:r>
          </a:p>
          <a:p>
            <a:pPr lvl="1" fontAlgn="base">
              <a:spcBef>
                <a:spcPts val="100"/>
              </a:spcBef>
            </a:pPr>
            <a:r>
              <a:rPr lang="en-US" sz="900"/>
              <a:t>Item</a:t>
            </a:r>
          </a:p>
          <a:p>
            <a:pPr lvl="1" fontAlgn="base">
              <a:spcBef>
                <a:spcPts val="100"/>
              </a:spcBef>
            </a:pPr>
            <a:r>
              <a:rPr lang="en-US" sz="900"/>
              <a:t>Item</a:t>
            </a:r>
            <a:endParaRPr lang="de-DE"/>
          </a:p>
        </p:txBody>
      </p:sp>
      <p:sp>
        <p:nvSpPr>
          <p:cNvPr id="10" name="Picture Placeholder 9">
            <a:extLst>
              <a:ext uri="{FF2B5EF4-FFF2-40B4-BE49-F238E27FC236}">
                <a16:creationId xmlns:a16="http://schemas.microsoft.com/office/drawing/2014/main" id="{B5285801-3FB0-2B45-A51E-C24EE2BE8D67}"/>
              </a:ext>
            </a:extLst>
          </p:cNvPr>
          <p:cNvSpPr>
            <a:spLocks noGrp="1"/>
          </p:cNvSpPr>
          <p:nvPr>
            <p:ph type="pic" sz="quarter" idx="18" hasCustomPrompt="1"/>
          </p:nvPr>
        </p:nvSpPr>
        <p:spPr>
          <a:xfrm>
            <a:off x="447675" y="1366838"/>
            <a:ext cx="1147763" cy="1457325"/>
          </a:xfrm>
          <a:prstGeom prst="rect">
            <a:avLst/>
          </a:prstGeom>
        </p:spPr>
        <p:txBody>
          <a:bodyPr/>
          <a:lstStyle>
            <a:lvl1pPr>
              <a:defRPr b="0" i="1" u="none"/>
            </a:lvl1pPr>
          </a:lstStyle>
          <a:p>
            <a:r>
              <a:rPr lang="de-DE"/>
              <a:t>Picture</a:t>
            </a:r>
          </a:p>
        </p:txBody>
      </p:sp>
      <p:sp>
        <p:nvSpPr>
          <p:cNvPr id="37" name="Text Placeholder 11">
            <a:extLst>
              <a:ext uri="{FF2B5EF4-FFF2-40B4-BE49-F238E27FC236}">
                <a16:creationId xmlns:a16="http://schemas.microsoft.com/office/drawing/2014/main" id="{8315E2D3-C5F0-8F43-B2C1-C43381763E28}"/>
              </a:ext>
            </a:extLst>
          </p:cNvPr>
          <p:cNvSpPr>
            <a:spLocks noGrp="1"/>
          </p:cNvSpPr>
          <p:nvPr>
            <p:ph type="body" sz="quarter" idx="23" hasCustomPrompt="1"/>
          </p:nvPr>
        </p:nvSpPr>
        <p:spPr>
          <a:xfrm>
            <a:off x="2211621" y="2398152"/>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38" name="Rectangle 6">
            <a:extLst>
              <a:ext uri="{FF2B5EF4-FFF2-40B4-BE49-F238E27FC236}">
                <a16:creationId xmlns:a16="http://schemas.microsoft.com/office/drawing/2014/main" id="{B7E87986-522A-564F-AD15-983D7EF716CD}"/>
              </a:ext>
            </a:extLst>
          </p:cNvPr>
          <p:cNvSpPr>
            <a:spLocks noChangeArrowheads="1"/>
          </p:cNvSpPr>
          <p:nvPr userDrawn="1">
            <p:custDataLst>
              <p:tags r:id="rId3"/>
            </p:custDataLst>
          </p:nvPr>
        </p:nvSpPr>
        <p:spPr bwMode="auto">
          <a:xfrm>
            <a:off x="365682" y="3066575"/>
            <a:ext cx="3368874" cy="243166"/>
          </a:xfrm>
          <a:prstGeom prst="rect">
            <a:avLst/>
          </a:prstGeom>
          <a:solidFill>
            <a:srgbClr val="8D8EA8"/>
          </a:solidFill>
          <a:ln>
            <a:noFill/>
          </a:ln>
        </p:spPr>
        <p:txBody>
          <a:bodyPr wrap="none" lIns="72000" tIns="72000" rIns="72000" bIns="72000" anchor="ctr"/>
          <a:lstStyle/>
          <a:p>
            <a:pPr marL="114300" indent="-114300">
              <a:spcBef>
                <a:spcPct val="30000"/>
              </a:spcBef>
              <a:buClr>
                <a:srgbClr val="006699"/>
              </a:buClr>
            </a:pPr>
            <a:r>
              <a:rPr lang="de-DE" sz="1300" b="0" i="0">
                <a:solidFill>
                  <a:srgbClr val="FFFFFF"/>
                </a:solidFill>
                <a:latin typeface="PT Sans Narrow" panose="020B0506020203020204" pitchFamily="34" charset="77"/>
              </a:rPr>
              <a:t>Professional Background</a:t>
            </a:r>
          </a:p>
        </p:txBody>
      </p:sp>
      <p:sp>
        <p:nvSpPr>
          <p:cNvPr id="39" name="Rectangle 8">
            <a:extLst>
              <a:ext uri="{FF2B5EF4-FFF2-40B4-BE49-F238E27FC236}">
                <a16:creationId xmlns:a16="http://schemas.microsoft.com/office/drawing/2014/main" id="{635F589A-82F0-674D-88BA-4F816FB0AA07}"/>
              </a:ext>
            </a:extLst>
          </p:cNvPr>
          <p:cNvSpPr>
            <a:spLocks noChangeArrowheads="1"/>
          </p:cNvSpPr>
          <p:nvPr userDrawn="1">
            <p:custDataLst>
              <p:tags r:id="rId4"/>
            </p:custDataLst>
          </p:nvPr>
        </p:nvSpPr>
        <p:spPr bwMode="auto">
          <a:xfrm>
            <a:off x="3956400" y="1293361"/>
            <a:ext cx="3597641" cy="243166"/>
          </a:xfrm>
          <a:prstGeom prst="rect">
            <a:avLst/>
          </a:prstGeom>
          <a:solidFill>
            <a:srgbClr val="8D8EA8"/>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Functional Expertise </a:t>
            </a:r>
          </a:p>
        </p:txBody>
      </p:sp>
      <p:sp>
        <p:nvSpPr>
          <p:cNvPr id="41" name="Rectangle 9">
            <a:extLst>
              <a:ext uri="{FF2B5EF4-FFF2-40B4-BE49-F238E27FC236}">
                <a16:creationId xmlns:a16="http://schemas.microsoft.com/office/drawing/2014/main" id="{E18AFDB3-6129-A746-9218-5AFD5EBBFC0E}"/>
              </a:ext>
            </a:extLst>
          </p:cNvPr>
          <p:cNvSpPr>
            <a:spLocks noChangeArrowheads="1"/>
          </p:cNvSpPr>
          <p:nvPr userDrawn="1">
            <p:custDataLst>
              <p:tags r:id="rId5"/>
            </p:custDataLst>
          </p:nvPr>
        </p:nvSpPr>
        <p:spPr bwMode="auto">
          <a:xfrm>
            <a:off x="3956400" y="3066575"/>
            <a:ext cx="7868913" cy="243166"/>
          </a:xfrm>
          <a:prstGeom prst="rect">
            <a:avLst/>
          </a:prstGeom>
          <a:solidFill>
            <a:srgbClr val="8D8EA8"/>
          </a:solidFill>
          <a:ln>
            <a:noFill/>
          </a:ln>
        </p:spPr>
        <p:txBody>
          <a:bodyPr wrap="none" lIns="72000" tIns="72000" rIns="72000" bIns="72000" anchor="ctr"/>
          <a:lstStyle/>
          <a:p>
            <a:pPr marL="114300" indent="-114300">
              <a:spcBef>
                <a:spcPct val="30000"/>
              </a:spcBef>
              <a:buClr>
                <a:srgbClr val="006699"/>
              </a:buClr>
            </a:pPr>
            <a:r>
              <a:rPr lang="en-GB" sz="1300" b="0" i="0">
                <a:solidFill>
                  <a:srgbClr val="FFFFFF"/>
                </a:solidFill>
                <a:latin typeface="PT Sans Narrow" panose="020B0506020203020204" pitchFamily="34" charset="77"/>
              </a:rPr>
              <a:t>Relevant Project Experience (Selection)</a:t>
            </a:r>
          </a:p>
        </p:txBody>
      </p:sp>
      <p:sp>
        <p:nvSpPr>
          <p:cNvPr id="30" name="TextBox 29">
            <a:extLst>
              <a:ext uri="{FF2B5EF4-FFF2-40B4-BE49-F238E27FC236}">
                <a16:creationId xmlns:a16="http://schemas.microsoft.com/office/drawing/2014/main" id="{A2B8A848-40BC-C74B-8160-EAEB60DBD8B6}"/>
              </a:ext>
            </a:extLst>
          </p:cNvPr>
          <p:cNvSpPr txBox="1"/>
          <p:nvPr userDrawn="1"/>
        </p:nvSpPr>
        <p:spPr>
          <a:xfrm>
            <a:off x="1668663" y="2398152"/>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Mobile:</a:t>
            </a:r>
          </a:p>
        </p:txBody>
      </p:sp>
      <p:sp>
        <p:nvSpPr>
          <p:cNvPr id="43" name="Text Placeholder 11">
            <a:extLst>
              <a:ext uri="{FF2B5EF4-FFF2-40B4-BE49-F238E27FC236}">
                <a16:creationId xmlns:a16="http://schemas.microsoft.com/office/drawing/2014/main" id="{D4431D8F-5853-B847-8776-8EB42959BCBF}"/>
              </a:ext>
            </a:extLst>
          </p:cNvPr>
          <p:cNvSpPr>
            <a:spLocks noGrp="1"/>
          </p:cNvSpPr>
          <p:nvPr>
            <p:ph type="body" sz="quarter" idx="24" hasCustomPrompt="1"/>
          </p:nvPr>
        </p:nvSpPr>
        <p:spPr>
          <a:xfrm>
            <a:off x="2211621" y="2591877"/>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45" name="TextBox 44">
            <a:extLst>
              <a:ext uri="{FF2B5EF4-FFF2-40B4-BE49-F238E27FC236}">
                <a16:creationId xmlns:a16="http://schemas.microsoft.com/office/drawing/2014/main" id="{3CFF6F75-7F50-4043-AB22-AA51B415B222}"/>
              </a:ext>
            </a:extLst>
          </p:cNvPr>
          <p:cNvSpPr txBox="1"/>
          <p:nvPr userDrawn="1"/>
        </p:nvSpPr>
        <p:spPr>
          <a:xfrm>
            <a:off x="1668663" y="2591877"/>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Email:</a:t>
            </a:r>
          </a:p>
        </p:txBody>
      </p:sp>
      <p:sp>
        <p:nvSpPr>
          <p:cNvPr id="4" name="TextBox 14">
            <a:extLst>
              <a:ext uri="{FF2B5EF4-FFF2-40B4-BE49-F238E27FC236}">
                <a16:creationId xmlns:a16="http://schemas.microsoft.com/office/drawing/2014/main" id="{4DEB16DF-0856-429A-886D-55FBFDD3ACA7}"/>
              </a:ext>
            </a:extLst>
          </p:cNvPr>
          <p:cNvSpPr txBox="1"/>
          <p:nvPr userDrawn="1"/>
        </p:nvSpPr>
        <p:spPr>
          <a:xfrm>
            <a:off x="365682" y="397932"/>
            <a:ext cx="9939600" cy="523220"/>
          </a:xfrm>
          <a:prstGeom prst="rect">
            <a:avLst/>
          </a:prstGeom>
          <a:noFill/>
        </p:spPr>
        <p:txBody>
          <a:bodyPr wrap="square" rtlCol="0">
            <a:spAutoFit/>
          </a:bodyPr>
          <a:lstStyle/>
          <a:p>
            <a:r>
              <a:rPr lang="en-US" sz="2800" b="1" spc="100" baseline="0">
                <a:solidFill>
                  <a:srgbClr val="00444C"/>
                </a:solidFill>
                <a:latin typeface="PT Sans Caption" panose="020B0603020203020204" pitchFamily="34" charset="77"/>
              </a:rPr>
              <a:t>SHORT SUMMARY AND PROJECT EXPERIENCE</a:t>
            </a:r>
            <a:endParaRPr lang="de-DE" sz="2800" b="1" spc="100" baseline="0">
              <a:solidFill>
                <a:srgbClr val="00444C"/>
              </a:solidFill>
              <a:latin typeface="PT Sans Caption" panose="020B0603020203020204" pitchFamily="34" charset="77"/>
            </a:endParaRPr>
          </a:p>
        </p:txBody>
      </p:sp>
      <p:sp>
        <p:nvSpPr>
          <p:cNvPr id="26" name="Rectangle 8">
            <a:extLst>
              <a:ext uri="{FF2B5EF4-FFF2-40B4-BE49-F238E27FC236}">
                <a16:creationId xmlns:a16="http://schemas.microsoft.com/office/drawing/2014/main" id="{3AF7B5E2-17AB-149B-F945-4531884706E4}"/>
              </a:ext>
            </a:extLst>
          </p:cNvPr>
          <p:cNvSpPr>
            <a:spLocks noChangeArrowheads="1"/>
          </p:cNvSpPr>
          <p:nvPr userDrawn="1">
            <p:custDataLst>
              <p:tags r:id="rId6"/>
            </p:custDataLst>
          </p:nvPr>
        </p:nvSpPr>
        <p:spPr bwMode="auto">
          <a:xfrm>
            <a:off x="7951303" y="1293361"/>
            <a:ext cx="3874009" cy="243166"/>
          </a:xfrm>
          <a:prstGeom prst="rect">
            <a:avLst/>
          </a:prstGeom>
          <a:solidFill>
            <a:srgbClr val="8D8EA8"/>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Industry Expertise </a:t>
            </a:r>
          </a:p>
        </p:txBody>
      </p:sp>
      <p:sp>
        <p:nvSpPr>
          <p:cNvPr id="25" name="Text Placeholder 11">
            <a:extLst>
              <a:ext uri="{FF2B5EF4-FFF2-40B4-BE49-F238E27FC236}">
                <a16:creationId xmlns:a16="http://schemas.microsoft.com/office/drawing/2014/main" id="{0A0C130F-1D6D-D9A6-F9CC-E66CCE658C7C}"/>
              </a:ext>
            </a:extLst>
          </p:cNvPr>
          <p:cNvSpPr>
            <a:spLocks noGrp="1"/>
          </p:cNvSpPr>
          <p:nvPr>
            <p:ph type="body" sz="quarter" idx="20" hasCustomPrompt="1"/>
          </p:nvPr>
        </p:nvSpPr>
        <p:spPr>
          <a:xfrm>
            <a:off x="1669932" y="1819174"/>
            <a:ext cx="1963737" cy="215817"/>
          </a:xfrm>
          <a:prstGeom prst="rect">
            <a:avLst/>
          </a:prstGeom>
        </p:spPr>
        <p:txBody>
          <a:bodyPr/>
          <a:lstStyle>
            <a:lvl1pPr>
              <a:defRPr sz="1000" u="none">
                <a:solidFill>
                  <a:schemeClr val="bg1"/>
                </a:solidFill>
                <a:latin typeface="PT Sans" panose="020B0503020203020204" pitchFamily="34" charset="77"/>
              </a:defRPr>
            </a:lvl1pPr>
            <a:lvl2pPr>
              <a:defRPr sz="1000" b="1">
                <a:latin typeface="+mj-lt"/>
              </a:defRPr>
            </a:lvl2pPr>
            <a:lvl4pPr marL="177800" indent="0">
              <a:buNone/>
              <a:defRPr/>
            </a:lvl4pPr>
          </a:lstStyle>
          <a:p>
            <a:pPr lvl="0"/>
            <a:r>
              <a:rPr lang="en-US"/>
              <a:t>Position</a:t>
            </a:r>
          </a:p>
        </p:txBody>
      </p:sp>
      <p:sp>
        <p:nvSpPr>
          <p:cNvPr id="28" name="Text Placeholder 11">
            <a:extLst>
              <a:ext uri="{FF2B5EF4-FFF2-40B4-BE49-F238E27FC236}">
                <a16:creationId xmlns:a16="http://schemas.microsoft.com/office/drawing/2014/main" id="{0AF7B2D5-763D-5C5F-9665-36E2B8916AEC}"/>
              </a:ext>
            </a:extLst>
          </p:cNvPr>
          <p:cNvSpPr>
            <a:spLocks noGrp="1"/>
          </p:cNvSpPr>
          <p:nvPr>
            <p:ph type="body" sz="quarter" idx="19" hasCustomPrompt="1"/>
          </p:nvPr>
        </p:nvSpPr>
        <p:spPr>
          <a:xfrm>
            <a:off x="1664356" y="1366838"/>
            <a:ext cx="1963737" cy="292323"/>
          </a:xfrm>
          <a:prstGeom prst="rect">
            <a:avLst/>
          </a:prstGeom>
        </p:spPr>
        <p:txBody>
          <a:bodyPr/>
          <a:lstStyle>
            <a:lvl1pPr>
              <a:defRPr sz="1400" u="none">
                <a:solidFill>
                  <a:schemeClr val="bg1"/>
                </a:solidFill>
                <a:latin typeface="PT Sans Caption" panose="020B0603020203020204" pitchFamily="34" charset="77"/>
              </a:defRPr>
            </a:lvl1pPr>
            <a:lvl2pPr>
              <a:defRPr sz="1000" b="1">
                <a:latin typeface="+mj-lt"/>
              </a:defRPr>
            </a:lvl2pPr>
            <a:lvl4pPr marL="177800" indent="0">
              <a:buNone/>
              <a:defRPr/>
            </a:lvl4pPr>
          </a:lstStyle>
          <a:p>
            <a:pPr lvl="0"/>
            <a:r>
              <a:rPr lang="en-US"/>
              <a:t>Name</a:t>
            </a:r>
          </a:p>
        </p:txBody>
      </p:sp>
      <p:sp>
        <p:nvSpPr>
          <p:cNvPr id="29" name="Text Placeholder 5">
            <a:extLst>
              <a:ext uri="{FF2B5EF4-FFF2-40B4-BE49-F238E27FC236}">
                <a16:creationId xmlns:a16="http://schemas.microsoft.com/office/drawing/2014/main" id="{55EB5D31-7C02-EE4E-DB10-37C9361508AD}"/>
              </a:ext>
            </a:extLst>
          </p:cNvPr>
          <p:cNvSpPr>
            <a:spLocks noGrp="1"/>
          </p:cNvSpPr>
          <p:nvPr>
            <p:ph type="body" sz="quarter" idx="25" hasCustomPrompt="1"/>
          </p:nvPr>
        </p:nvSpPr>
        <p:spPr>
          <a:xfrm>
            <a:off x="447675" y="3419232"/>
            <a:ext cx="3219450" cy="2831097"/>
          </a:xfrm>
          <a:prstGeom prst="rect">
            <a:avLst/>
          </a:prstGeom>
        </p:spPr>
        <p:txBody>
          <a:bodyPr lIns="0"/>
          <a:lstStyle>
            <a:lvl1pPr marL="0" marR="0" indent="0" algn="l" defTabSz="914400" rtl="0" eaLnBrk="1" fontAlgn="auto" latinLnBrk="0" hangingPunct="1">
              <a:lnSpc>
                <a:spcPct val="100000"/>
              </a:lnSpc>
              <a:spcBef>
                <a:spcPts val="600"/>
              </a:spcBef>
              <a:spcAft>
                <a:spcPts val="0"/>
              </a:spcAft>
              <a:buClrTx/>
              <a:buSzTx/>
              <a:buFont typeface="Arial" pitchFamily="34" charset="0"/>
              <a:buNone/>
              <a:tabLst/>
              <a:defRPr sz="10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lang="en-US"/>
              <a:t>Text in paragraphs with relevant information highlighted in bold.</a:t>
            </a:r>
          </a:p>
          <a:p>
            <a:pPr lvl="0"/>
            <a:endParaRPr lang="en-US"/>
          </a:p>
        </p:txBody>
      </p:sp>
      <p:sp>
        <p:nvSpPr>
          <p:cNvPr id="36" name="TextBox 35">
            <a:extLst>
              <a:ext uri="{FF2B5EF4-FFF2-40B4-BE49-F238E27FC236}">
                <a16:creationId xmlns:a16="http://schemas.microsoft.com/office/drawing/2014/main" id="{D656E31E-8DE8-627C-3DAC-B86A5B32728B}"/>
              </a:ext>
            </a:extLst>
          </p:cNvPr>
          <p:cNvSpPr txBox="1"/>
          <p:nvPr userDrawn="1"/>
        </p:nvSpPr>
        <p:spPr>
          <a:xfrm>
            <a:off x="1666234" y="2077326"/>
            <a:ext cx="1989316" cy="246221"/>
          </a:xfrm>
          <a:prstGeom prst="rect">
            <a:avLst/>
          </a:prstGeom>
          <a:noFill/>
        </p:spPr>
        <p:txBody>
          <a:bodyPr wrap="square">
            <a:spAutoFit/>
          </a:bodyPr>
          <a:lstStyle/>
          <a:p>
            <a:pPr lvl="0"/>
            <a:r>
              <a:rPr lang="en-US" sz="1000" b="1">
                <a:solidFill>
                  <a:schemeClr val="bg1"/>
                </a:solidFill>
                <a:latin typeface="PT Sans" panose="020B0503020203020204" pitchFamily="34" charset="77"/>
              </a:rPr>
              <a:t>Machine Learning Reply</a:t>
            </a:r>
          </a:p>
        </p:txBody>
      </p:sp>
      <p:sp>
        <p:nvSpPr>
          <p:cNvPr id="27" name="TextBox 26">
            <a:extLst>
              <a:ext uri="{FF2B5EF4-FFF2-40B4-BE49-F238E27FC236}">
                <a16:creationId xmlns:a16="http://schemas.microsoft.com/office/drawing/2014/main" id="{8014D71C-F8E3-AD42-BBBA-810A990824F4}"/>
              </a:ext>
            </a:extLst>
          </p:cNvPr>
          <p:cNvSpPr txBox="1"/>
          <p:nvPr userDrawn="1"/>
        </p:nvSpPr>
        <p:spPr>
          <a:xfrm>
            <a:off x="291524" y="6438312"/>
            <a:ext cx="266438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PT Sans" panose="020B0503020203020204" pitchFamily="34" charset="77"/>
                <a:ea typeface="+mn-ea"/>
                <a:cs typeface="+mn-cs"/>
              </a:rPr>
              <a:t>Machine Learning Reply | Short CV |</a:t>
            </a:r>
            <a:endParaRPr kumimoji="0" lang="en-DE" sz="1200" b="0" i="0" u="none" strike="noStrike" kern="1200" cap="none" spc="0" normalizeH="0" baseline="0" noProof="0">
              <a:ln>
                <a:noFill/>
              </a:ln>
              <a:solidFill>
                <a:srgbClr val="7F7F7F"/>
              </a:solidFill>
              <a:effectLst/>
              <a:uLnTx/>
              <a:uFillTx/>
              <a:latin typeface="PT Sans" panose="020B0503020203020204" pitchFamily="34" charset="77"/>
              <a:ea typeface="+mn-ea"/>
              <a:cs typeface="+mn-cs"/>
            </a:endParaRPr>
          </a:p>
        </p:txBody>
      </p:sp>
      <p:sp>
        <p:nvSpPr>
          <p:cNvPr id="31" name="Text Placeholder 5">
            <a:extLst>
              <a:ext uri="{FF2B5EF4-FFF2-40B4-BE49-F238E27FC236}">
                <a16:creationId xmlns:a16="http://schemas.microsoft.com/office/drawing/2014/main" id="{F9F396C0-38E0-1840-9566-42900CBC36CF}"/>
              </a:ext>
            </a:extLst>
          </p:cNvPr>
          <p:cNvSpPr>
            <a:spLocks noGrp="1"/>
          </p:cNvSpPr>
          <p:nvPr>
            <p:ph type="body" sz="quarter" idx="26" hasCustomPrompt="1"/>
          </p:nvPr>
        </p:nvSpPr>
        <p:spPr>
          <a:xfrm>
            <a:off x="2763489" y="6438312"/>
            <a:ext cx="904489" cy="243166"/>
          </a:xfrm>
          <a:prstGeom prst="rect">
            <a:avLst/>
          </a:prstGeom>
        </p:spPr>
        <p:txBody>
          <a:bodyPr lIns="0"/>
          <a:lstStyle>
            <a:lvl1pPr>
              <a:defRPr kumimoji="0" lang="en-US" sz="1200" b="0" i="0" u="none" strike="noStrike" kern="1200" cap="none" spc="0" normalizeH="0" baseline="0" dirty="0">
                <a:ln>
                  <a:noFill/>
                </a:ln>
                <a:solidFill>
                  <a:srgbClr val="7F7F7F"/>
                </a:solidFill>
                <a:effectLst/>
                <a:uLnTx/>
                <a:uFillTx/>
                <a:latin typeface="PT Sans" panose="020B0503020203020204" pitchFamily="34" charset="77"/>
                <a:ea typeface="+mn-ea"/>
                <a:cs typeface="+mn-cs"/>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Q2 2022</a:t>
            </a:r>
          </a:p>
        </p:txBody>
      </p:sp>
      <p:sp>
        <p:nvSpPr>
          <p:cNvPr id="33" name="Text Placeholder 5">
            <a:extLst>
              <a:ext uri="{FF2B5EF4-FFF2-40B4-BE49-F238E27FC236}">
                <a16:creationId xmlns:a16="http://schemas.microsoft.com/office/drawing/2014/main" id="{B855A700-4CDB-7249-ADA8-F019D5CB2BB4}"/>
              </a:ext>
            </a:extLst>
          </p:cNvPr>
          <p:cNvSpPr>
            <a:spLocks noGrp="1"/>
          </p:cNvSpPr>
          <p:nvPr>
            <p:ph type="body" sz="quarter" idx="11" hasCustomPrompt="1"/>
          </p:nvPr>
        </p:nvSpPr>
        <p:spPr>
          <a:xfrm>
            <a:off x="4027990" y="1627072"/>
            <a:ext cx="3597641"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buFont typeface="Wingdings" pitchFamily="2" charset="2"/>
              <a:buChar char="§"/>
              <a:tabLst/>
              <a:defRPr/>
            </a:pPr>
            <a:r>
              <a:rPr lang="en-US"/>
              <a:t>Expertise (list of tools)</a:t>
            </a:r>
          </a:p>
        </p:txBody>
      </p:sp>
      <p:sp>
        <p:nvSpPr>
          <p:cNvPr id="34" name="Text Placeholder 5">
            <a:extLst>
              <a:ext uri="{FF2B5EF4-FFF2-40B4-BE49-F238E27FC236}">
                <a16:creationId xmlns:a16="http://schemas.microsoft.com/office/drawing/2014/main" id="{E07BD20D-D951-2E40-80C4-D3A06FC5CA3B}"/>
              </a:ext>
            </a:extLst>
          </p:cNvPr>
          <p:cNvSpPr>
            <a:spLocks noGrp="1"/>
          </p:cNvSpPr>
          <p:nvPr>
            <p:ph type="body" sz="quarter" idx="17" hasCustomPrompt="1"/>
          </p:nvPr>
        </p:nvSpPr>
        <p:spPr>
          <a:xfrm>
            <a:off x="7998071" y="1627072"/>
            <a:ext cx="3757829"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tabLst/>
              <a:defRPr/>
            </a:pPr>
            <a:r>
              <a:rPr lang="en-US"/>
              <a:t>General Industry identifier</a:t>
            </a:r>
          </a:p>
          <a:p>
            <a:pPr marL="171450" marR="0" lvl="0" indent="-171450" algn="l" defTabSz="914400" rtl="0" eaLnBrk="1" fontAlgn="auto" latinLnBrk="0" hangingPunct="1">
              <a:lnSpc>
                <a:spcPct val="100000"/>
              </a:lnSpc>
              <a:spcBef>
                <a:spcPts val="600"/>
              </a:spcBef>
              <a:spcAft>
                <a:spcPts val="0"/>
              </a:spcAft>
              <a:buClrTx/>
              <a:buSzTx/>
              <a:tabLst/>
              <a:defRPr/>
            </a:pPr>
            <a:endParaRPr lang="en-US"/>
          </a:p>
        </p:txBody>
      </p:sp>
    </p:spTree>
    <p:extLst>
      <p:ext uri="{BB962C8B-B14F-4D97-AF65-F5344CB8AC3E}">
        <p14:creationId xmlns:p14="http://schemas.microsoft.com/office/powerpoint/2010/main" val="1473572731"/>
      </p:ext>
    </p:extLst>
  </p:cSld>
  <p:clrMapOvr>
    <a:masterClrMapping/>
  </p:clrMapOvr>
  <p:extLst>
    <p:ext uri="{DCECCB84-F9BA-43D5-87BE-67443E8EF086}">
      <p15:sldGuideLst xmlns:p15="http://schemas.microsoft.com/office/powerpoint/2012/main">
        <p15:guide id="2" pos="211" userDrawn="1">
          <p15:clr>
            <a:srgbClr val="FBAE40"/>
          </p15:clr>
        </p15:guide>
        <p15:guide id="3" pos="7446">
          <p15:clr>
            <a:srgbClr val="FBAE40"/>
          </p15:clr>
        </p15:guide>
        <p15:guide id="5" orient="horz" pos="799" userDrawn="1">
          <p15:clr>
            <a:srgbClr val="FBAE40"/>
          </p15:clr>
        </p15:guide>
        <p15:guide id="6" orient="horz" pos="3725">
          <p15:clr>
            <a:srgbClr val="FBAE40"/>
          </p15:clr>
        </p15:guide>
        <p15:guide id="7" orient="horz" pos="19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LReply [DE]">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7606A10-8F0C-4B96-8F0F-38986ED53B7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415" imgH="416" progId="TCLayout.ActiveDocument.1">
                  <p:embed/>
                </p:oleObj>
              </mc:Choice>
              <mc:Fallback>
                <p:oleObj name="think-cell Folie" r:id="rId9" imgW="415" imgH="416" progId="TCLayout.ActiveDocument.1">
                  <p:embed/>
                  <p:pic>
                    <p:nvPicPr>
                      <p:cNvPr id="3" name="Object 2" hidden="1">
                        <a:extLst>
                          <a:ext uri="{FF2B5EF4-FFF2-40B4-BE49-F238E27FC236}">
                            <a16:creationId xmlns:a16="http://schemas.microsoft.com/office/drawing/2014/main" id="{C7606A10-8F0C-4B96-8F0F-38986ED53B7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D7A1DBF-AD07-4E04-96CF-3D159776859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it-IT" sz="1600" b="1" i="0" baseline="0">
              <a:latin typeface="Arial Black" panose="020B0A04020102020204" pitchFamily="34" charset="0"/>
              <a:ea typeface="+mj-ea"/>
              <a:cs typeface="+mj-cs"/>
              <a:sym typeface="Arial Black" panose="020B0A04020102020204" pitchFamily="34" charset="0"/>
            </a:endParaRPr>
          </a:p>
        </p:txBody>
      </p:sp>
      <p:sp>
        <p:nvSpPr>
          <p:cNvPr id="32" name="Freeform 27">
            <a:extLst>
              <a:ext uri="{FF2B5EF4-FFF2-40B4-BE49-F238E27FC236}">
                <a16:creationId xmlns:a16="http://schemas.microsoft.com/office/drawing/2014/main" id="{115D5E09-1E48-4E0E-82C0-2E1B99C3C405}"/>
              </a:ext>
            </a:extLst>
          </p:cNvPr>
          <p:cNvSpPr>
            <a:spLocks noChangeAspect="1"/>
          </p:cNvSpPr>
          <p:nvPr userDrawn="1"/>
        </p:nvSpPr>
        <p:spPr bwMode="gray">
          <a:xfrm flipH="1">
            <a:off x="10305282" y="0"/>
            <a:ext cx="1886717" cy="943264"/>
          </a:xfrm>
          <a:custGeom>
            <a:avLst/>
            <a:gdLst/>
            <a:ahLst/>
            <a:cxnLst>
              <a:cxn ang="0">
                <a:pos x="0" y="0"/>
              </a:cxn>
              <a:cxn ang="0">
                <a:pos x="0" y="572"/>
              </a:cxn>
              <a:cxn ang="0">
                <a:pos x="1260" y="572"/>
              </a:cxn>
              <a:cxn ang="0">
                <a:pos x="1430" y="0"/>
              </a:cxn>
              <a:cxn ang="0">
                <a:pos x="0" y="0"/>
              </a:cxn>
            </a:cxnLst>
            <a:rect l="0" t="0" r="r" b="b"/>
            <a:pathLst>
              <a:path w="1430" h="572">
                <a:moveTo>
                  <a:pt x="0" y="0"/>
                </a:moveTo>
                <a:lnTo>
                  <a:pt x="0" y="572"/>
                </a:lnTo>
                <a:lnTo>
                  <a:pt x="1260" y="572"/>
                </a:lnTo>
                <a:lnTo>
                  <a:pt x="1430" y="0"/>
                </a:lnTo>
                <a:lnTo>
                  <a:pt x="0" y="0"/>
                </a:lnTo>
                <a:close/>
              </a:path>
            </a:pathLst>
          </a:custGeom>
          <a:solidFill>
            <a:srgbClr val="8D8EA8"/>
          </a:solidFill>
          <a:ln w="9525" cap="flat" cmpd="sng">
            <a:noFill/>
            <a:prstDash val="solid"/>
            <a:round/>
            <a:headEnd type="none" w="med" len="med"/>
            <a:tailEnd type="none" w="med" len="med"/>
          </a:ln>
          <a:effectLst/>
        </p:spPr>
        <p:txBody>
          <a:bodyPr>
            <a:noAutofit/>
          </a:bodyPr>
          <a:lstStyle/>
          <a:p>
            <a:pPr eaLnBrk="1">
              <a:defRPr/>
            </a:pPr>
            <a:endParaRPr lang="en-US">
              <a:solidFill>
                <a:srgbClr val="000000"/>
              </a:solidFill>
              <a:cs typeface="Arial" pitchFamily="34" charset="0"/>
            </a:endParaRPr>
          </a:p>
        </p:txBody>
      </p:sp>
      <p:pic>
        <p:nvPicPr>
          <p:cNvPr id="19" name="Immagine 6" descr="Machine Learning Reply - LOGO_White RGB.eps">
            <a:extLst>
              <a:ext uri="{FF2B5EF4-FFF2-40B4-BE49-F238E27FC236}">
                <a16:creationId xmlns:a16="http://schemas.microsoft.com/office/drawing/2014/main" id="{73C7907C-7BFF-EC4A-A558-C252C700CCF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477048" y="275432"/>
            <a:ext cx="1581861" cy="392400"/>
          </a:xfrm>
          <a:prstGeom prst="rect">
            <a:avLst/>
          </a:prstGeom>
        </p:spPr>
      </p:pic>
      <p:sp>
        <p:nvSpPr>
          <p:cNvPr id="24" name="Text Placeholder 5">
            <a:extLst>
              <a:ext uri="{FF2B5EF4-FFF2-40B4-BE49-F238E27FC236}">
                <a16:creationId xmlns:a16="http://schemas.microsoft.com/office/drawing/2014/main" id="{2205BA68-6DE2-4642-9F5D-EFE4AF0A2104}"/>
              </a:ext>
            </a:extLst>
          </p:cNvPr>
          <p:cNvSpPr>
            <a:spLocks noGrp="1"/>
          </p:cNvSpPr>
          <p:nvPr>
            <p:ph type="body" sz="quarter" idx="17" hasCustomPrompt="1"/>
          </p:nvPr>
        </p:nvSpPr>
        <p:spPr>
          <a:xfrm>
            <a:off x="7998071" y="1627072"/>
            <a:ext cx="3757829"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tabLst/>
              <a:defRPr/>
            </a:pPr>
            <a:r>
              <a:rPr lang="en-US"/>
              <a:t>General Industry identifier</a:t>
            </a:r>
          </a:p>
          <a:p>
            <a:pPr marL="171450" marR="0" lvl="0" indent="-171450" algn="l" defTabSz="914400" rtl="0" eaLnBrk="1" fontAlgn="auto" latinLnBrk="0" hangingPunct="1">
              <a:lnSpc>
                <a:spcPct val="100000"/>
              </a:lnSpc>
              <a:spcBef>
                <a:spcPts val="600"/>
              </a:spcBef>
              <a:spcAft>
                <a:spcPts val="0"/>
              </a:spcAft>
              <a:buClrTx/>
              <a:buSzTx/>
              <a:tabLst/>
              <a:defRPr/>
            </a:pPr>
            <a:endParaRPr lang="en-US"/>
          </a:p>
        </p:txBody>
      </p:sp>
      <p:sp>
        <p:nvSpPr>
          <p:cNvPr id="10" name="Picture Placeholder 9">
            <a:extLst>
              <a:ext uri="{FF2B5EF4-FFF2-40B4-BE49-F238E27FC236}">
                <a16:creationId xmlns:a16="http://schemas.microsoft.com/office/drawing/2014/main" id="{B5285801-3FB0-2B45-A51E-C24EE2BE8D67}"/>
              </a:ext>
            </a:extLst>
          </p:cNvPr>
          <p:cNvSpPr>
            <a:spLocks noGrp="1"/>
          </p:cNvSpPr>
          <p:nvPr>
            <p:ph type="pic" sz="quarter" idx="18" hasCustomPrompt="1"/>
          </p:nvPr>
        </p:nvSpPr>
        <p:spPr>
          <a:xfrm>
            <a:off x="447675" y="1366838"/>
            <a:ext cx="1147763" cy="1457325"/>
          </a:xfrm>
          <a:prstGeom prst="rect">
            <a:avLst/>
          </a:prstGeom>
        </p:spPr>
        <p:txBody>
          <a:bodyPr/>
          <a:lstStyle>
            <a:lvl1pPr>
              <a:defRPr b="0" i="1" u="none"/>
            </a:lvl1pPr>
          </a:lstStyle>
          <a:p>
            <a:r>
              <a:rPr lang="de-DE"/>
              <a:t>Picture</a:t>
            </a:r>
          </a:p>
        </p:txBody>
      </p:sp>
      <p:sp>
        <p:nvSpPr>
          <p:cNvPr id="38" name="Rectangle 6">
            <a:extLst>
              <a:ext uri="{FF2B5EF4-FFF2-40B4-BE49-F238E27FC236}">
                <a16:creationId xmlns:a16="http://schemas.microsoft.com/office/drawing/2014/main" id="{B7E87986-522A-564F-AD15-983D7EF716CD}"/>
              </a:ext>
            </a:extLst>
          </p:cNvPr>
          <p:cNvSpPr>
            <a:spLocks noChangeArrowheads="1"/>
          </p:cNvSpPr>
          <p:nvPr userDrawn="1">
            <p:custDataLst>
              <p:tags r:id="rId3"/>
            </p:custDataLst>
          </p:nvPr>
        </p:nvSpPr>
        <p:spPr bwMode="auto">
          <a:xfrm>
            <a:off x="365682" y="3066575"/>
            <a:ext cx="3368874" cy="243166"/>
          </a:xfrm>
          <a:prstGeom prst="rect">
            <a:avLst/>
          </a:prstGeom>
          <a:solidFill>
            <a:srgbClr val="8D8EA8"/>
          </a:solidFill>
          <a:ln>
            <a:noFill/>
          </a:ln>
        </p:spPr>
        <p:txBody>
          <a:bodyPr wrap="none" lIns="72000" tIns="72000" rIns="72000" bIns="72000" anchor="ctr"/>
          <a:lstStyle/>
          <a:p>
            <a:pPr marL="114300" marR="0" lvl="0" indent="-114300" algn="l" defTabSz="914400" rtl="0" eaLnBrk="1" fontAlgn="auto" latinLnBrk="0" hangingPunct="1">
              <a:lnSpc>
                <a:spcPct val="100000"/>
              </a:lnSpc>
              <a:spcBef>
                <a:spcPct val="30000"/>
              </a:spcBef>
              <a:spcAft>
                <a:spcPts val="0"/>
              </a:spcAft>
              <a:buClr>
                <a:srgbClr val="006699"/>
              </a:buClr>
              <a:buSzTx/>
              <a:buFontTx/>
              <a:buNone/>
              <a:tabLst/>
              <a:defRPr/>
            </a:pPr>
            <a:r>
              <a:rPr kumimoji="0" lang="de-DE" sz="1300" b="0" i="0" u="none" strike="noStrike" kern="1200" cap="none" spc="0" normalizeH="0" baseline="0" noProof="0">
                <a:ln>
                  <a:noFill/>
                </a:ln>
                <a:solidFill>
                  <a:srgbClr val="FFFFFF"/>
                </a:solidFill>
                <a:effectLst/>
                <a:uLnTx/>
                <a:uFillTx/>
                <a:latin typeface="PT Sans Narrow" panose="020B0506020203020204" pitchFamily="34" charset="77"/>
                <a:ea typeface="+mn-ea"/>
                <a:cs typeface="+mn-cs"/>
              </a:rPr>
              <a:t>Berufliche Erfahrungen</a:t>
            </a:r>
          </a:p>
        </p:txBody>
      </p:sp>
      <p:sp>
        <p:nvSpPr>
          <p:cNvPr id="39" name="Rectangle 8">
            <a:extLst>
              <a:ext uri="{FF2B5EF4-FFF2-40B4-BE49-F238E27FC236}">
                <a16:creationId xmlns:a16="http://schemas.microsoft.com/office/drawing/2014/main" id="{635F589A-82F0-674D-88BA-4F816FB0AA07}"/>
              </a:ext>
            </a:extLst>
          </p:cNvPr>
          <p:cNvSpPr>
            <a:spLocks noChangeArrowheads="1"/>
          </p:cNvSpPr>
          <p:nvPr userDrawn="1">
            <p:custDataLst>
              <p:tags r:id="rId4"/>
            </p:custDataLst>
          </p:nvPr>
        </p:nvSpPr>
        <p:spPr bwMode="auto">
          <a:xfrm>
            <a:off x="3956400" y="1293361"/>
            <a:ext cx="3597641" cy="243166"/>
          </a:xfrm>
          <a:prstGeom prst="rect">
            <a:avLst/>
          </a:prstGeom>
          <a:solidFill>
            <a:srgbClr val="8D8EA8"/>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Funktionale Expertise </a:t>
            </a:r>
          </a:p>
        </p:txBody>
      </p:sp>
      <p:sp>
        <p:nvSpPr>
          <p:cNvPr id="41" name="Rectangle 9">
            <a:extLst>
              <a:ext uri="{FF2B5EF4-FFF2-40B4-BE49-F238E27FC236}">
                <a16:creationId xmlns:a16="http://schemas.microsoft.com/office/drawing/2014/main" id="{E18AFDB3-6129-A746-9218-5AFD5EBBFC0E}"/>
              </a:ext>
            </a:extLst>
          </p:cNvPr>
          <p:cNvSpPr>
            <a:spLocks noChangeArrowheads="1"/>
          </p:cNvSpPr>
          <p:nvPr userDrawn="1">
            <p:custDataLst>
              <p:tags r:id="rId5"/>
            </p:custDataLst>
          </p:nvPr>
        </p:nvSpPr>
        <p:spPr bwMode="auto">
          <a:xfrm>
            <a:off x="3956400" y="3066575"/>
            <a:ext cx="7868913" cy="243166"/>
          </a:xfrm>
          <a:prstGeom prst="rect">
            <a:avLst/>
          </a:prstGeom>
          <a:solidFill>
            <a:srgbClr val="8D8EA8"/>
          </a:solidFill>
          <a:ln>
            <a:noFill/>
          </a:ln>
        </p:spPr>
        <p:txBody>
          <a:bodyPr wrap="none" lIns="72000" tIns="72000" rIns="72000" bIns="72000" anchor="ctr"/>
          <a:lstStyle/>
          <a:p>
            <a:pPr marL="114300" marR="0" lvl="0" indent="-114300" algn="l" defTabSz="914400" rtl="0" eaLnBrk="1" fontAlgn="auto" latinLnBrk="0" hangingPunct="1">
              <a:lnSpc>
                <a:spcPct val="100000"/>
              </a:lnSpc>
              <a:spcBef>
                <a:spcPct val="30000"/>
              </a:spcBef>
              <a:spcAft>
                <a:spcPts val="0"/>
              </a:spcAft>
              <a:buClr>
                <a:srgbClr val="006699"/>
              </a:buClr>
              <a:buSzTx/>
              <a:buFontTx/>
              <a:buNone/>
              <a:tabLst/>
              <a:defRPr/>
            </a:pPr>
            <a:r>
              <a:rPr kumimoji="0" lang="en-GB" sz="1300" b="0" i="0" u="none" strike="noStrike" kern="1200" cap="none" spc="0" normalizeH="0" baseline="0" noProof="0" err="1">
                <a:ln>
                  <a:noFill/>
                </a:ln>
                <a:solidFill>
                  <a:srgbClr val="FFFFFF"/>
                </a:solidFill>
                <a:effectLst/>
                <a:uLnTx/>
                <a:uFillTx/>
                <a:latin typeface="PT Sans Narrow" panose="020B0506020203020204" pitchFamily="34" charset="77"/>
                <a:ea typeface="+mn-ea"/>
                <a:cs typeface="+mn-cs"/>
              </a:rPr>
              <a:t>Relevante</a:t>
            </a:r>
            <a:r>
              <a:rPr kumimoji="0" lang="en-GB" sz="1300" b="0" i="0" u="none" strike="noStrike" kern="1200" cap="none" spc="0" normalizeH="0" baseline="0" noProof="0">
                <a:ln>
                  <a:noFill/>
                </a:ln>
                <a:solidFill>
                  <a:srgbClr val="FFFFFF"/>
                </a:solidFill>
                <a:effectLst/>
                <a:uLnTx/>
                <a:uFillTx/>
                <a:latin typeface="PT Sans Narrow" panose="020B0506020203020204" pitchFamily="34" charset="77"/>
                <a:ea typeface="+mn-ea"/>
                <a:cs typeface="+mn-cs"/>
              </a:rPr>
              <a:t> </a:t>
            </a:r>
            <a:r>
              <a:rPr kumimoji="0" lang="en-GB" sz="1300" b="0" i="0" u="none" strike="noStrike" kern="1200" cap="none" spc="0" normalizeH="0" baseline="0" noProof="0" err="1">
                <a:ln>
                  <a:noFill/>
                </a:ln>
                <a:solidFill>
                  <a:srgbClr val="FFFFFF"/>
                </a:solidFill>
                <a:effectLst/>
                <a:uLnTx/>
                <a:uFillTx/>
                <a:latin typeface="PT Sans Narrow" panose="020B0506020203020204" pitchFamily="34" charset="77"/>
                <a:ea typeface="+mn-ea"/>
                <a:cs typeface="+mn-cs"/>
              </a:rPr>
              <a:t>Projekterfahrung</a:t>
            </a:r>
            <a:r>
              <a:rPr kumimoji="0" lang="en-GB" sz="1300" b="0" i="0" u="none" strike="noStrike" kern="1200" cap="none" spc="0" normalizeH="0" baseline="0" noProof="0">
                <a:ln>
                  <a:noFill/>
                </a:ln>
                <a:solidFill>
                  <a:srgbClr val="FFFFFF"/>
                </a:solidFill>
                <a:effectLst/>
                <a:uLnTx/>
                <a:uFillTx/>
                <a:latin typeface="PT Sans Narrow" panose="020B0506020203020204" pitchFamily="34" charset="77"/>
                <a:ea typeface="+mn-ea"/>
                <a:cs typeface="+mn-cs"/>
              </a:rPr>
              <a:t> (</a:t>
            </a:r>
            <a:r>
              <a:rPr kumimoji="0" lang="en-GB" sz="1300" b="0" i="0" u="none" strike="noStrike" kern="1200" cap="none" spc="0" normalizeH="0" baseline="0" noProof="0" err="1">
                <a:ln>
                  <a:noFill/>
                </a:ln>
                <a:solidFill>
                  <a:srgbClr val="FFFFFF"/>
                </a:solidFill>
                <a:effectLst/>
                <a:uLnTx/>
                <a:uFillTx/>
                <a:latin typeface="PT Sans Narrow" panose="020B0506020203020204" pitchFamily="34" charset="77"/>
                <a:ea typeface="+mn-ea"/>
                <a:cs typeface="+mn-cs"/>
              </a:rPr>
              <a:t>Auswahl</a:t>
            </a:r>
            <a:r>
              <a:rPr kumimoji="0" lang="en-GB" sz="1300" b="0" i="0" u="none" strike="noStrike" kern="1200" cap="none" spc="0" normalizeH="0" baseline="0" noProof="0">
                <a:ln>
                  <a:noFill/>
                </a:ln>
                <a:solidFill>
                  <a:srgbClr val="FFFFFF"/>
                </a:solidFill>
                <a:effectLst/>
                <a:uLnTx/>
                <a:uFillTx/>
                <a:latin typeface="PT Sans Narrow" panose="020B0506020203020204" pitchFamily="34" charset="77"/>
                <a:ea typeface="+mn-ea"/>
                <a:cs typeface="+mn-cs"/>
              </a:rPr>
              <a:t>)</a:t>
            </a:r>
          </a:p>
        </p:txBody>
      </p:sp>
      <p:sp>
        <p:nvSpPr>
          <p:cNvPr id="30" name="TextBox 29">
            <a:extLst>
              <a:ext uri="{FF2B5EF4-FFF2-40B4-BE49-F238E27FC236}">
                <a16:creationId xmlns:a16="http://schemas.microsoft.com/office/drawing/2014/main" id="{A2B8A848-40BC-C74B-8160-EAEB60DBD8B6}"/>
              </a:ext>
            </a:extLst>
          </p:cNvPr>
          <p:cNvSpPr txBox="1"/>
          <p:nvPr userDrawn="1"/>
        </p:nvSpPr>
        <p:spPr>
          <a:xfrm>
            <a:off x="1668663" y="2398152"/>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Mobile:</a:t>
            </a:r>
          </a:p>
        </p:txBody>
      </p:sp>
      <p:sp>
        <p:nvSpPr>
          <p:cNvPr id="45" name="TextBox 44">
            <a:extLst>
              <a:ext uri="{FF2B5EF4-FFF2-40B4-BE49-F238E27FC236}">
                <a16:creationId xmlns:a16="http://schemas.microsoft.com/office/drawing/2014/main" id="{3CFF6F75-7F50-4043-AB22-AA51B415B222}"/>
              </a:ext>
            </a:extLst>
          </p:cNvPr>
          <p:cNvSpPr txBox="1"/>
          <p:nvPr userDrawn="1"/>
        </p:nvSpPr>
        <p:spPr>
          <a:xfrm>
            <a:off x="1668663" y="2591877"/>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Email:</a:t>
            </a:r>
          </a:p>
        </p:txBody>
      </p:sp>
      <p:sp>
        <p:nvSpPr>
          <p:cNvPr id="4" name="TextBox 14">
            <a:extLst>
              <a:ext uri="{FF2B5EF4-FFF2-40B4-BE49-F238E27FC236}">
                <a16:creationId xmlns:a16="http://schemas.microsoft.com/office/drawing/2014/main" id="{4DEB16DF-0856-429A-886D-55FBFDD3ACA7}"/>
              </a:ext>
            </a:extLst>
          </p:cNvPr>
          <p:cNvSpPr txBox="1"/>
          <p:nvPr userDrawn="1"/>
        </p:nvSpPr>
        <p:spPr>
          <a:xfrm>
            <a:off x="365682" y="397932"/>
            <a:ext cx="9939600" cy="523220"/>
          </a:xfrm>
          <a:prstGeom prst="rect">
            <a:avLst/>
          </a:prstGeom>
          <a:noFill/>
        </p:spPr>
        <p:txBody>
          <a:bodyPr wrap="square" rtlCol="0">
            <a:spAutoFit/>
          </a:bodyPr>
          <a:lstStyle/>
          <a:p>
            <a:r>
              <a:rPr lang="en-US" sz="2800" b="1" spc="100" baseline="0">
                <a:solidFill>
                  <a:srgbClr val="00444C"/>
                </a:solidFill>
                <a:latin typeface="PT Sans Caption" panose="020B0603020203020204" pitchFamily="34" charset="77"/>
              </a:rPr>
              <a:t>PROFILÜBERSICHT UND PROJEKTERFAHRUNG</a:t>
            </a:r>
          </a:p>
        </p:txBody>
      </p:sp>
      <p:sp>
        <p:nvSpPr>
          <p:cNvPr id="26" name="Rectangle 8">
            <a:extLst>
              <a:ext uri="{FF2B5EF4-FFF2-40B4-BE49-F238E27FC236}">
                <a16:creationId xmlns:a16="http://schemas.microsoft.com/office/drawing/2014/main" id="{3AF7B5E2-17AB-149B-F945-4531884706E4}"/>
              </a:ext>
            </a:extLst>
          </p:cNvPr>
          <p:cNvSpPr>
            <a:spLocks noChangeArrowheads="1"/>
          </p:cNvSpPr>
          <p:nvPr userDrawn="1">
            <p:custDataLst>
              <p:tags r:id="rId6"/>
            </p:custDataLst>
          </p:nvPr>
        </p:nvSpPr>
        <p:spPr bwMode="auto">
          <a:xfrm>
            <a:off x="7939728" y="1293361"/>
            <a:ext cx="3874009" cy="243166"/>
          </a:xfrm>
          <a:prstGeom prst="rect">
            <a:avLst/>
          </a:prstGeom>
          <a:solidFill>
            <a:srgbClr val="8D8EA8"/>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Industrieerfahrung</a:t>
            </a:r>
          </a:p>
        </p:txBody>
      </p:sp>
      <p:sp>
        <p:nvSpPr>
          <p:cNvPr id="25" name="Text Placeholder 11">
            <a:extLst>
              <a:ext uri="{FF2B5EF4-FFF2-40B4-BE49-F238E27FC236}">
                <a16:creationId xmlns:a16="http://schemas.microsoft.com/office/drawing/2014/main" id="{A77D001D-5E54-435D-B408-5E5ECC82BCCB}"/>
              </a:ext>
            </a:extLst>
          </p:cNvPr>
          <p:cNvSpPr>
            <a:spLocks noGrp="1"/>
          </p:cNvSpPr>
          <p:nvPr>
            <p:ph type="body" sz="quarter" idx="20" hasCustomPrompt="1"/>
          </p:nvPr>
        </p:nvSpPr>
        <p:spPr>
          <a:xfrm>
            <a:off x="1669932" y="1819174"/>
            <a:ext cx="1963737" cy="215817"/>
          </a:xfrm>
          <a:prstGeom prst="rect">
            <a:avLst/>
          </a:prstGeom>
        </p:spPr>
        <p:txBody>
          <a:bodyPr/>
          <a:lstStyle>
            <a:lvl1pPr>
              <a:defRPr sz="1000" u="none">
                <a:solidFill>
                  <a:schemeClr val="bg1"/>
                </a:solidFill>
                <a:latin typeface="PT Sans" panose="020B0503020203020204" pitchFamily="34" charset="77"/>
              </a:defRPr>
            </a:lvl1pPr>
            <a:lvl2pPr>
              <a:defRPr sz="1000" b="1">
                <a:latin typeface="+mj-lt"/>
              </a:defRPr>
            </a:lvl2pPr>
            <a:lvl4pPr marL="177800" indent="0">
              <a:buNone/>
              <a:defRPr/>
            </a:lvl4pPr>
          </a:lstStyle>
          <a:p>
            <a:pPr lvl="0"/>
            <a:r>
              <a:rPr lang="en-US"/>
              <a:t>Position</a:t>
            </a:r>
          </a:p>
        </p:txBody>
      </p:sp>
      <p:sp>
        <p:nvSpPr>
          <p:cNvPr id="29" name="Text Placeholder 11">
            <a:extLst>
              <a:ext uri="{FF2B5EF4-FFF2-40B4-BE49-F238E27FC236}">
                <a16:creationId xmlns:a16="http://schemas.microsoft.com/office/drawing/2014/main" id="{2F34FD78-7D11-4CB0-8271-0EB41BCE5F21}"/>
              </a:ext>
            </a:extLst>
          </p:cNvPr>
          <p:cNvSpPr>
            <a:spLocks noGrp="1"/>
          </p:cNvSpPr>
          <p:nvPr>
            <p:ph type="body" sz="quarter" idx="19" hasCustomPrompt="1"/>
          </p:nvPr>
        </p:nvSpPr>
        <p:spPr>
          <a:xfrm>
            <a:off x="1664356" y="1366838"/>
            <a:ext cx="1963737" cy="292323"/>
          </a:xfrm>
          <a:prstGeom prst="rect">
            <a:avLst/>
          </a:prstGeom>
        </p:spPr>
        <p:txBody>
          <a:bodyPr/>
          <a:lstStyle>
            <a:lvl1pPr>
              <a:defRPr sz="1400" u="none">
                <a:solidFill>
                  <a:schemeClr val="bg1"/>
                </a:solidFill>
                <a:latin typeface="PT Sans Caption" panose="020B0603020203020204" pitchFamily="34" charset="77"/>
              </a:defRPr>
            </a:lvl1pPr>
            <a:lvl2pPr>
              <a:defRPr sz="1000" b="1">
                <a:latin typeface="+mj-lt"/>
              </a:defRPr>
            </a:lvl2pPr>
            <a:lvl4pPr marL="177800" indent="0">
              <a:buNone/>
              <a:defRPr/>
            </a:lvl4pPr>
          </a:lstStyle>
          <a:p>
            <a:pPr lvl="0"/>
            <a:r>
              <a:rPr lang="en-US"/>
              <a:t>Name</a:t>
            </a:r>
          </a:p>
        </p:txBody>
      </p:sp>
      <p:sp>
        <p:nvSpPr>
          <p:cNvPr id="31" name="Text Placeholder 5">
            <a:extLst>
              <a:ext uri="{FF2B5EF4-FFF2-40B4-BE49-F238E27FC236}">
                <a16:creationId xmlns:a16="http://schemas.microsoft.com/office/drawing/2014/main" id="{01503E74-5379-28AB-8BD1-2DAA5CDBD80A}"/>
              </a:ext>
            </a:extLst>
          </p:cNvPr>
          <p:cNvSpPr>
            <a:spLocks noGrp="1"/>
          </p:cNvSpPr>
          <p:nvPr>
            <p:ph type="body" sz="quarter" idx="25" hasCustomPrompt="1"/>
          </p:nvPr>
        </p:nvSpPr>
        <p:spPr>
          <a:xfrm>
            <a:off x="447675" y="3419232"/>
            <a:ext cx="3219450" cy="2831097"/>
          </a:xfrm>
          <a:prstGeom prst="rect">
            <a:avLst/>
          </a:prstGeom>
        </p:spPr>
        <p:txBody>
          <a:bodyPr lIns="0"/>
          <a:lstStyle>
            <a:lvl1pPr marL="0" marR="0" indent="0" algn="l" defTabSz="914400" rtl="0" eaLnBrk="1" fontAlgn="auto" latinLnBrk="0" hangingPunct="1">
              <a:lnSpc>
                <a:spcPct val="100000"/>
              </a:lnSpc>
              <a:spcBef>
                <a:spcPts val="600"/>
              </a:spcBef>
              <a:spcAft>
                <a:spcPts val="0"/>
              </a:spcAft>
              <a:buClrTx/>
              <a:buSzTx/>
              <a:buFont typeface="Arial" pitchFamily="34" charset="0"/>
              <a:buNone/>
              <a:tabLst/>
              <a:defRPr sz="10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lang="en-US"/>
              <a:t>Text in paragraphs with relevant information highlighted in bold.</a:t>
            </a:r>
          </a:p>
        </p:txBody>
      </p:sp>
      <p:sp>
        <p:nvSpPr>
          <p:cNvPr id="40" name="Text Placeholder 11">
            <a:extLst>
              <a:ext uri="{FF2B5EF4-FFF2-40B4-BE49-F238E27FC236}">
                <a16:creationId xmlns:a16="http://schemas.microsoft.com/office/drawing/2014/main" id="{011D7E67-3793-AF94-0D5F-8427E4664029}"/>
              </a:ext>
            </a:extLst>
          </p:cNvPr>
          <p:cNvSpPr>
            <a:spLocks noGrp="1"/>
          </p:cNvSpPr>
          <p:nvPr>
            <p:ph type="body" sz="quarter" idx="23" hasCustomPrompt="1"/>
          </p:nvPr>
        </p:nvSpPr>
        <p:spPr>
          <a:xfrm>
            <a:off x="2211621" y="2398152"/>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42" name="Text Placeholder 11">
            <a:extLst>
              <a:ext uri="{FF2B5EF4-FFF2-40B4-BE49-F238E27FC236}">
                <a16:creationId xmlns:a16="http://schemas.microsoft.com/office/drawing/2014/main" id="{ED212EB8-0D97-8C57-5297-5402B1A04D2F}"/>
              </a:ext>
            </a:extLst>
          </p:cNvPr>
          <p:cNvSpPr>
            <a:spLocks noGrp="1"/>
          </p:cNvSpPr>
          <p:nvPr>
            <p:ph type="body" sz="quarter" idx="24" hasCustomPrompt="1"/>
          </p:nvPr>
        </p:nvSpPr>
        <p:spPr>
          <a:xfrm>
            <a:off x="2211621" y="2591877"/>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44" name="TextBox 43">
            <a:extLst>
              <a:ext uri="{FF2B5EF4-FFF2-40B4-BE49-F238E27FC236}">
                <a16:creationId xmlns:a16="http://schemas.microsoft.com/office/drawing/2014/main" id="{2F0DF348-ADDB-4AB5-2DE7-5ABFC685010F}"/>
              </a:ext>
            </a:extLst>
          </p:cNvPr>
          <p:cNvSpPr txBox="1"/>
          <p:nvPr userDrawn="1"/>
        </p:nvSpPr>
        <p:spPr>
          <a:xfrm>
            <a:off x="1666234" y="2077326"/>
            <a:ext cx="1989316" cy="246221"/>
          </a:xfrm>
          <a:prstGeom prst="rect">
            <a:avLst/>
          </a:prstGeom>
          <a:noFill/>
        </p:spPr>
        <p:txBody>
          <a:bodyPr wrap="square">
            <a:spAutoFit/>
          </a:bodyPr>
          <a:lstStyle/>
          <a:p>
            <a:pPr lvl="0"/>
            <a:r>
              <a:rPr lang="en-US" sz="1000" b="1">
                <a:solidFill>
                  <a:schemeClr val="bg1"/>
                </a:solidFill>
                <a:latin typeface="PT Sans" panose="020B0503020203020204" pitchFamily="34" charset="77"/>
              </a:rPr>
              <a:t>Machine Learning Reply</a:t>
            </a:r>
          </a:p>
        </p:txBody>
      </p:sp>
      <p:sp>
        <p:nvSpPr>
          <p:cNvPr id="27" name="TextBox 26">
            <a:extLst>
              <a:ext uri="{FF2B5EF4-FFF2-40B4-BE49-F238E27FC236}">
                <a16:creationId xmlns:a16="http://schemas.microsoft.com/office/drawing/2014/main" id="{B8B27B97-E4C8-C44B-B84C-746142B43655}"/>
              </a:ext>
            </a:extLst>
          </p:cNvPr>
          <p:cNvSpPr txBox="1"/>
          <p:nvPr userDrawn="1"/>
        </p:nvSpPr>
        <p:spPr>
          <a:xfrm>
            <a:off x="291524" y="6438312"/>
            <a:ext cx="266438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PT Sans" panose="020B0503020203020204" pitchFamily="34" charset="77"/>
                <a:ea typeface="+mn-ea"/>
                <a:cs typeface="+mn-cs"/>
              </a:rPr>
              <a:t>Machine Learning Reply | Short CV |</a:t>
            </a:r>
            <a:endParaRPr kumimoji="0" lang="en-DE" sz="1200" b="0" i="0" u="none" strike="noStrike" kern="1200" cap="none" spc="0" normalizeH="0" baseline="0" noProof="0">
              <a:ln>
                <a:noFill/>
              </a:ln>
              <a:solidFill>
                <a:srgbClr val="7F7F7F"/>
              </a:solidFill>
              <a:effectLst/>
              <a:uLnTx/>
              <a:uFillTx/>
              <a:latin typeface="PT Sans" panose="020B0503020203020204" pitchFamily="34" charset="77"/>
              <a:ea typeface="+mn-ea"/>
              <a:cs typeface="+mn-cs"/>
            </a:endParaRPr>
          </a:p>
        </p:txBody>
      </p:sp>
      <p:sp>
        <p:nvSpPr>
          <p:cNvPr id="28" name="Text Placeholder 5">
            <a:extLst>
              <a:ext uri="{FF2B5EF4-FFF2-40B4-BE49-F238E27FC236}">
                <a16:creationId xmlns:a16="http://schemas.microsoft.com/office/drawing/2014/main" id="{CDA5C6CC-B09F-4F4B-B2C0-96738CC9DB6B}"/>
              </a:ext>
            </a:extLst>
          </p:cNvPr>
          <p:cNvSpPr>
            <a:spLocks noGrp="1"/>
          </p:cNvSpPr>
          <p:nvPr>
            <p:ph type="body" sz="quarter" idx="26" hasCustomPrompt="1"/>
          </p:nvPr>
        </p:nvSpPr>
        <p:spPr>
          <a:xfrm>
            <a:off x="2763489" y="6438312"/>
            <a:ext cx="904489" cy="243166"/>
          </a:xfrm>
          <a:prstGeom prst="rect">
            <a:avLst/>
          </a:prstGeom>
        </p:spPr>
        <p:txBody>
          <a:bodyPr lIns="0"/>
          <a:lstStyle>
            <a:lvl1pPr>
              <a:defRPr kumimoji="0" lang="en-US" sz="1200" b="0" i="0" u="none" strike="noStrike" kern="1200" cap="none" spc="0" normalizeH="0" baseline="0" dirty="0">
                <a:ln>
                  <a:noFill/>
                </a:ln>
                <a:solidFill>
                  <a:srgbClr val="7F7F7F"/>
                </a:solidFill>
                <a:effectLst/>
                <a:uLnTx/>
                <a:uFillTx/>
                <a:latin typeface="PT Sans" panose="020B0503020203020204" pitchFamily="34" charset="77"/>
                <a:ea typeface="+mn-ea"/>
                <a:cs typeface="+mn-cs"/>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Q2 2022</a:t>
            </a:r>
          </a:p>
        </p:txBody>
      </p:sp>
      <p:sp>
        <p:nvSpPr>
          <p:cNvPr id="33" name="Text Placeholder 5">
            <a:extLst>
              <a:ext uri="{FF2B5EF4-FFF2-40B4-BE49-F238E27FC236}">
                <a16:creationId xmlns:a16="http://schemas.microsoft.com/office/drawing/2014/main" id="{94DFA207-58AE-FF4E-9290-C6D4D71BA2F6}"/>
              </a:ext>
            </a:extLst>
          </p:cNvPr>
          <p:cNvSpPr>
            <a:spLocks noGrp="1"/>
          </p:cNvSpPr>
          <p:nvPr>
            <p:ph type="body" sz="quarter" idx="11" hasCustomPrompt="1"/>
          </p:nvPr>
        </p:nvSpPr>
        <p:spPr>
          <a:xfrm>
            <a:off x="4027990" y="1627072"/>
            <a:ext cx="3597641"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buFont typeface="Wingdings" pitchFamily="2" charset="2"/>
              <a:buChar char="§"/>
              <a:tabLst/>
              <a:defRPr/>
            </a:pPr>
            <a:r>
              <a:rPr lang="en-US"/>
              <a:t>Expertise (list of tools)</a:t>
            </a:r>
          </a:p>
        </p:txBody>
      </p:sp>
      <p:sp>
        <p:nvSpPr>
          <p:cNvPr id="35" name="Text Placeholder 5">
            <a:extLst>
              <a:ext uri="{FF2B5EF4-FFF2-40B4-BE49-F238E27FC236}">
                <a16:creationId xmlns:a16="http://schemas.microsoft.com/office/drawing/2014/main" id="{7F0F23AC-7D26-E04A-A279-E19241E57C47}"/>
              </a:ext>
            </a:extLst>
          </p:cNvPr>
          <p:cNvSpPr>
            <a:spLocks noGrp="1"/>
          </p:cNvSpPr>
          <p:nvPr>
            <p:ph type="body" sz="quarter" idx="16" hasCustomPrompt="1"/>
          </p:nvPr>
        </p:nvSpPr>
        <p:spPr>
          <a:xfrm>
            <a:off x="4027990" y="3429000"/>
            <a:ext cx="7727910" cy="2821330"/>
          </a:xfrm>
          <a:prstGeom prst="rect">
            <a:avLst/>
          </a:prstGeom>
        </p:spPr>
        <p:txBody>
          <a:bodyPr lIns="0"/>
          <a:lstStyle>
            <a:lvl1pPr marL="0" indent="0">
              <a:buFont typeface="Wingdings" pitchFamily="2" charset="2"/>
              <a:buNone/>
              <a:defRPr sz="900" b="1" u="none">
                <a:solidFill>
                  <a:schemeClr val="tx1"/>
                </a:solidFill>
                <a:latin typeface="PT Sans" panose="020B0503020203020204" pitchFamily="34" charset="77"/>
              </a:defRPr>
            </a:lvl1pPr>
            <a:lvl2pPr marL="171450" indent="-171450">
              <a:buFont typeface="Wingdings" pitchFamily="2" charset="2"/>
              <a:buChar char="§"/>
              <a:defRPr sz="9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fontAlgn="base">
              <a:spcBef>
                <a:spcPts val="100"/>
              </a:spcBef>
            </a:pPr>
            <a:r>
              <a:rPr lang="en-US"/>
              <a:t>Description for a project – Position</a:t>
            </a:r>
          </a:p>
          <a:p>
            <a:pPr lvl="1" fontAlgn="base">
              <a:spcBef>
                <a:spcPts val="100"/>
              </a:spcBef>
            </a:pPr>
            <a:r>
              <a:rPr lang="en-US" sz="900"/>
              <a:t>Item</a:t>
            </a:r>
          </a:p>
          <a:p>
            <a:pPr lvl="1" fontAlgn="base">
              <a:spcBef>
                <a:spcPts val="100"/>
              </a:spcBef>
            </a:pPr>
            <a:r>
              <a:rPr lang="en-US" sz="900"/>
              <a:t>Item</a:t>
            </a:r>
            <a:endParaRPr lang="de-DE"/>
          </a:p>
        </p:txBody>
      </p:sp>
    </p:spTree>
    <p:extLst>
      <p:ext uri="{BB962C8B-B14F-4D97-AF65-F5344CB8AC3E}">
        <p14:creationId xmlns:p14="http://schemas.microsoft.com/office/powerpoint/2010/main" val="2184996873"/>
      </p:ext>
    </p:extLst>
  </p:cSld>
  <p:clrMapOvr>
    <a:masterClrMapping/>
  </p:clrMapOvr>
  <p:extLst>
    <p:ext uri="{DCECCB84-F9BA-43D5-87BE-67443E8EF086}">
      <p15:sldGuideLst xmlns:p15="http://schemas.microsoft.com/office/powerpoint/2012/main">
        <p15:guide id="2" pos="211" userDrawn="1">
          <p15:clr>
            <a:srgbClr val="FBAE40"/>
          </p15:clr>
        </p15:guide>
        <p15:guide id="3" pos="7446">
          <p15:clr>
            <a:srgbClr val="FBAE40"/>
          </p15:clr>
        </p15:guide>
        <p15:guide id="5" orient="horz" pos="799" userDrawn="1">
          <p15:clr>
            <a:srgbClr val="FBAE40"/>
          </p15:clr>
        </p15:guide>
        <p15:guide id="6" orient="horz" pos="3725">
          <p15:clr>
            <a:srgbClr val="FBAE40"/>
          </p15:clr>
        </p15:guide>
        <p15:guide id="7" orient="horz" pos="19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ply [ENG]">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7606A10-8F0C-4B96-8F0F-38986ED53B7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415" imgH="416" progId="TCLayout.ActiveDocument.1">
                  <p:embed/>
                </p:oleObj>
              </mc:Choice>
              <mc:Fallback>
                <p:oleObj name="think-cell Folie" r:id="rId9" imgW="415" imgH="416" progId="TCLayout.ActiveDocument.1">
                  <p:embed/>
                  <p:pic>
                    <p:nvPicPr>
                      <p:cNvPr id="3" name="Object 2" hidden="1">
                        <a:extLst>
                          <a:ext uri="{FF2B5EF4-FFF2-40B4-BE49-F238E27FC236}">
                            <a16:creationId xmlns:a16="http://schemas.microsoft.com/office/drawing/2014/main" id="{C7606A10-8F0C-4B96-8F0F-38986ED53B7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D7A1DBF-AD07-4E04-96CF-3D159776859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it-IT" sz="1600" b="1" i="0" baseline="0">
              <a:latin typeface="Arial Black" panose="020B0A04020102020204" pitchFamily="34" charset="0"/>
              <a:ea typeface="+mj-ea"/>
              <a:cs typeface="+mj-cs"/>
              <a:sym typeface="Arial Black" panose="020B0A04020102020204" pitchFamily="34" charset="0"/>
            </a:endParaRPr>
          </a:p>
        </p:txBody>
      </p:sp>
      <p:sp>
        <p:nvSpPr>
          <p:cNvPr id="32" name="Freeform 27">
            <a:extLst>
              <a:ext uri="{FF2B5EF4-FFF2-40B4-BE49-F238E27FC236}">
                <a16:creationId xmlns:a16="http://schemas.microsoft.com/office/drawing/2014/main" id="{115D5E09-1E48-4E0E-82C0-2E1B99C3C405}"/>
              </a:ext>
            </a:extLst>
          </p:cNvPr>
          <p:cNvSpPr>
            <a:spLocks noChangeAspect="1"/>
          </p:cNvSpPr>
          <p:nvPr userDrawn="1"/>
        </p:nvSpPr>
        <p:spPr bwMode="gray">
          <a:xfrm flipH="1">
            <a:off x="10305282" y="0"/>
            <a:ext cx="1886717" cy="943264"/>
          </a:xfrm>
          <a:custGeom>
            <a:avLst/>
            <a:gdLst/>
            <a:ahLst/>
            <a:cxnLst>
              <a:cxn ang="0">
                <a:pos x="0" y="0"/>
              </a:cxn>
              <a:cxn ang="0">
                <a:pos x="0" y="572"/>
              </a:cxn>
              <a:cxn ang="0">
                <a:pos x="1260" y="572"/>
              </a:cxn>
              <a:cxn ang="0">
                <a:pos x="1430" y="0"/>
              </a:cxn>
              <a:cxn ang="0">
                <a:pos x="0" y="0"/>
              </a:cxn>
            </a:cxnLst>
            <a:rect l="0" t="0" r="r" b="b"/>
            <a:pathLst>
              <a:path w="1430" h="572">
                <a:moveTo>
                  <a:pt x="0" y="0"/>
                </a:moveTo>
                <a:lnTo>
                  <a:pt x="0" y="572"/>
                </a:lnTo>
                <a:lnTo>
                  <a:pt x="1260" y="572"/>
                </a:lnTo>
                <a:lnTo>
                  <a:pt x="1430" y="0"/>
                </a:lnTo>
                <a:lnTo>
                  <a:pt x="0" y="0"/>
                </a:lnTo>
                <a:close/>
              </a:path>
            </a:pathLst>
          </a:custGeom>
          <a:solidFill>
            <a:srgbClr val="00B13E"/>
          </a:solidFill>
          <a:ln w="9525" cap="flat" cmpd="sng">
            <a:noFill/>
            <a:prstDash val="solid"/>
            <a:round/>
            <a:headEnd type="none" w="med" len="med"/>
            <a:tailEnd type="none" w="med" len="med"/>
          </a:ln>
          <a:effectLst/>
        </p:spPr>
        <p:txBody>
          <a:bodyPr>
            <a:noAutofit/>
          </a:bodyPr>
          <a:lstStyle/>
          <a:p>
            <a:pPr eaLnBrk="1">
              <a:defRPr/>
            </a:pPr>
            <a:endParaRPr lang="en-US">
              <a:solidFill>
                <a:srgbClr val="000000"/>
              </a:solidFill>
              <a:cs typeface="Arial" pitchFamily="34" charset="0"/>
            </a:endParaRPr>
          </a:p>
        </p:txBody>
      </p:sp>
      <p:sp>
        <p:nvSpPr>
          <p:cNvPr id="38" name="Rectangle 6">
            <a:extLst>
              <a:ext uri="{FF2B5EF4-FFF2-40B4-BE49-F238E27FC236}">
                <a16:creationId xmlns:a16="http://schemas.microsoft.com/office/drawing/2014/main" id="{B7E87986-522A-564F-AD15-983D7EF716CD}"/>
              </a:ext>
            </a:extLst>
          </p:cNvPr>
          <p:cNvSpPr>
            <a:spLocks noChangeArrowheads="1"/>
          </p:cNvSpPr>
          <p:nvPr userDrawn="1">
            <p:custDataLst>
              <p:tags r:id="rId3"/>
            </p:custDataLst>
          </p:nvPr>
        </p:nvSpPr>
        <p:spPr bwMode="auto">
          <a:xfrm>
            <a:off x="365682" y="3066575"/>
            <a:ext cx="3368874" cy="243166"/>
          </a:xfrm>
          <a:prstGeom prst="rect">
            <a:avLst/>
          </a:prstGeom>
          <a:solidFill>
            <a:srgbClr val="00B13E"/>
          </a:solidFill>
          <a:ln>
            <a:noFill/>
          </a:ln>
        </p:spPr>
        <p:txBody>
          <a:bodyPr wrap="none" lIns="72000" tIns="72000" rIns="72000" bIns="72000" anchor="ctr"/>
          <a:lstStyle/>
          <a:p>
            <a:pPr marL="114300" indent="-114300">
              <a:spcBef>
                <a:spcPct val="30000"/>
              </a:spcBef>
              <a:buClr>
                <a:srgbClr val="006699"/>
              </a:buClr>
            </a:pPr>
            <a:r>
              <a:rPr lang="de-DE" sz="1300" b="0" i="0">
                <a:solidFill>
                  <a:srgbClr val="FFFFFF"/>
                </a:solidFill>
                <a:latin typeface="PT Sans Narrow" panose="020B0506020203020204" pitchFamily="34" charset="77"/>
              </a:rPr>
              <a:t>Professional Background</a:t>
            </a:r>
          </a:p>
        </p:txBody>
      </p:sp>
      <p:sp>
        <p:nvSpPr>
          <p:cNvPr id="39" name="Rectangle 8">
            <a:extLst>
              <a:ext uri="{FF2B5EF4-FFF2-40B4-BE49-F238E27FC236}">
                <a16:creationId xmlns:a16="http://schemas.microsoft.com/office/drawing/2014/main" id="{635F589A-82F0-674D-88BA-4F816FB0AA07}"/>
              </a:ext>
            </a:extLst>
          </p:cNvPr>
          <p:cNvSpPr>
            <a:spLocks noChangeArrowheads="1"/>
          </p:cNvSpPr>
          <p:nvPr userDrawn="1">
            <p:custDataLst>
              <p:tags r:id="rId4"/>
            </p:custDataLst>
          </p:nvPr>
        </p:nvSpPr>
        <p:spPr bwMode="auto">
          <a:xfrm>
            <a:off x="3956401" y="1293361"/>
            <a:ext cx="3741914" cy="237600"/>
          </a:xfrm>
          <a:prstGeom prst="rect">
            <a:avLst/>
          </a:prstGeom>
          <a:solidFill>
            <a:srgbClr val="00B13E"/>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Functional Expertise </a:t>
            </a:r>
          </a:p>
        </p:txBody>
      </p:sp>
      <p:sp>
        <p:nvSpPr>
          <p:cNvPr id="41" name="Rectangle 9">
            <a:extLst>
              <a:ext uri="{FF2B5EF4-FFF2-40B4-BE49-F238E27FC236}">
                <a16:creationId xmlns:a16="http://schemas.microsoft.com/office/drawing/2014/main" id="{E18AFDB3-6129-A746-9218-5AFD5EBBFC0E}"/>
              </a:ext>
            </a:extLst>
          </p:cNvPr>
          <p:cNvSpPr>
            <a:spLocks noChangeArrowheads="1"/>
          </p:cNvSpPr>
          <p:nvPr userDrawn="1">
            <p:custDataLst>
              <p:tags r:id="rId5"/>
            </p:custDataLst>
          </p:nvPr>
        </p:nvSpPr>
        <p:spPr bwMode="auto">
          <a:xfrm>
            <a:off x="3956400" y="3066575"/>
            <a:ext cx="7868913" cy="237600"/>
          </a:xfrm>
          <a:prstGeom prst="rect">
            <a:avLst/>
          </a:prstGeom>
          <a:solidFill>
            <a:srgbClr val="00B13E"/>
          </a:solidFill>
          <a:ln>
            <a:noFill/>
          </a:ln>
        </p:spPr>
        <p:txBody>
          <a:bodyPr wrap="none" lIns="72000" tIns="72000" rIns="72000" bIns="72000" anchor="ctr"/>
          <a:lstStyle/>
          <a:p>
            <a:pPr marL="114300" indent="-114300">
              <a:spcBef>
                <a:spcPct val="30000"/>
              </a:spcBef>
              <a:buClr>
                <a:srgbClr val="006699"/>
              </a:buClr>
            </a:pPr>
            <a:r>
              <a:rPr lang="en-GB" sz="1300" b="0" i="0">
                <a:solidFill>
                  <a:srgbClr val="FFFFFF"/>
                </a:solidFill>
                <a:latin typeface="PT Sans Narrow" panose="020B0506020203020204" pitchFamily="34" charset="77"/>
              </a:rPr>
              <a:t>Relevant Project Experience (Selection)</a:t>
            </a:r>
          </a:p>
        </p:txBody>
      </p:sp>
      <p:sp>
        <p:nvSpPr>
          <p:cNvPr id="4" name="TextBox 14">
            <a:extLst>
              <a:ext uri="{FF2B5EF4-FFF2-40B4-BE49-F238E27FC236}">
                <a16:creationId xmlns:a16="http://schemas.microsoft.com/office/drawing/2014/main" id="{4DEB16DF-0856-429A-886D-55FBFDD3ACA7}"/>
              </a:ext>
            </a:extLst>
          </p:cNvPr>
          <p:cNvSpPr txBox="1"/>
          <p:nvPr userDrawn="1"/>
        </p:nvSpPr>
        <p:spPr>
          <a:xfrm>
            <a:off x="365682" y="397932"/>
            <a:ext cx="9939600" cy="523220"/>
          </a:xfrm>
          <a:prstGeom prst="rect">
            <a:avLst/>
          </a:prstGeom>
          <a:noFill/>
        </p:spPr>
        <p:txBody>
          <a:bodyPr wrap="square" rtlCol="0">
            <a:spAutoFit/>
          </a:bodyPr>
          <a:lstStyle/>
          <a:p>
            <a:r>
              <a:rPr lang="en-US" sz="2800" b="1" spc="100" baseline="0">
                <a:solidFill>
                  <a:srgbClr val="00444C"/>
                </a:solidFill>
                <a:latin typeface="PT Sans Caption" panose="020B0603020203020204" pitchFamily="34" charset="77"/>
              </a:rPr>
              <a:t>SHORT SUMMARY AND PROJECT EXPERIENCE</a:t>
            </a:r>
            <a:endParaRPr lang="de-DE" sz="2800" b="1" spc="100" baseline="0">
              <a:solidFill>
                <a:srgbClr val="00444C"/>
              </a:solidFill>
              <a:latin typeface="PT Sans Caption" panose="020B0603020203020204" pitchFamily="34" charset="77"/>
            </a:endParaRPr>
          </a:p>
        </p:txBody>
      </p:sp>
      <p:pic>
        <p:nvPicPr>
          <p:cNvPr id="27" name="Bild 6" descr="Unbenannt-1.png">
            <a:extLst>
              <a:ext uri="{FF2B5EF4-FFF2-40B4-BE49-F238E27FC236}">
                <a16:creationId xmlns:a16="http://schemas.microsoft.com/office/drawing/2014/main" id="{6821E482-C5A1-C74A-BE25-9FAF51FE9F4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17108" y="264527"/>
            <a:ext cx="1463064" cy="392400"/>
          </a:xfrm>
          <a:prstGeom prst="rect">
            <a:avLst/>
          </a:prstGeom>
        </p:spPr>
      </p:pic>
      <p:sp>
        <p:nvSpPr>
          <p:cNvPr id="28" name="Picture Placeholder 9">
            <a:extLst>
              <a:ext uri="{FF2B5EF4-FFF2-40B4-BE49-F238E27FC236}">
                <a16:creationId xmlns:a16="http://schemas.microsoft.com/office/drawing/2014/main" id="{70E6DDC3-1D04-E1B4-D33B-A66B1DDB7EBE}"/>
              </a:ext>
            </a:extLst>
          </p:cNvPr>
          <p:cNvSpPr>
            <a:spLocks noGrp="1"/>
          </p:cNvSpPr>
          <p:nvPr>
            <p:ph type="pic" sz="quarter" idx="18" hasCustomPrompt="1"/>
          </p:nvPr>
        </p:nvSpPr>
        <p:spPr>
          <a:xfrm>
            <a:off x="447675" y="1366838"/>
            <a:ext cx="1147763" cy="1457325"/>
          </a:xfrm>
          <a:prstGeom prst="rect">
            <a:avLst/>
          </a:prstGeom>
        </p:spPr>
        <p:txBody>
          <a:bodyPr/>
          <a:lstStyle>
            <a:lvl1pPr>
              <a:defRPr b="0" i="1" u="none"/>
            </a:lvl1pPr>
          </a:lstStyle>
          <a:p>
            <a:r>
              <a:rPr lang="de-DE"/>
              <a:t>Picture</a:t>
            </a:r>
          </a:p>
        </p:txBody>
      </p:sp>
      <p:sp>
        <p:nvSpPr>
          <p:cNvPr id="33" name="Text Placeholder 11">
            <a:extLst>
              <a:ext uri="{FF2B5EF4-FFF2-40B4-BE49-F238E27FC236}">
                <a16:creationId xmlns:a16="http://schemas.microsoft.com/office/drawing/2014/main" id="{7262B094-0E69-5839-C08D-46579E0EDB95}"/>
              </a:ext>
            </a:extLst>
          </p:cNvPr>
          <p:cNvSpPr>
            <a:spLocks noGrp="1"/>
          </p:cNvSpPr>
          <p:nvPr>
            <p:ph type="body" sz="quarter" idx="20" hasCustomPrompt="1"/>
          </p:nvPr>
        </p:nvSpPr>
        <p:spPr>
          <a:xfrm>
            <a:off x="1669932" y="1819174"/>
            <a:ext cx="1963737" cy="215817"/>
          </a:xfrm>
          <a:prstGeom prst="rect">
            <a:avLst/>
          </a:prstGeom>
        </p:spPr>
        <p:txBody>
          <a:bodyPr/>
          <a:lstStyle>
            <a:lvl1pPr>
              <a:defRPr sz="1000" u="none">
                <a:solidFill>
                  <a:schemeClr val="bg1"/>
                </a:solidFill>
                <a:latin typeface="PT Sans" panose="020B0503020203020204" pitchFamily="34" charset="77"/>
              </a:defRPr>
            </a:lvl1pPr>
            <a:lvl2pPr>
              <a:defRPr sz="1000" b="1">
                <a:latin typeface="+mj-lt"/>
              </a:defRPr>
            </a:lvl2pPr>
            <a:lvl4pPr marL="177800" indent="0">
              <a:buNone/>
              <a:defRPr/>
            </a:lvl4pPr>
          </a:lstStyle>
          <a:p>
            <a:pPr lvl="0"/>
            <a:r>
              <a:rPr lang="en-US"/>
              <a:t>Position</a:t>
            </a:r>
          </a:p>
        </p:txBody>
      </p:sp>
      <p:sp>
        <p:nvSpPr>
          <p:cNvPr id="42" name="TextBox 41">
            <a:extLst>
              <a:ext uri="{FF2B5EF4-FFF2-40B4-BE49-F238E27FC236}">
                <a16:creationId xmlns:a16="http://schemas.microsoft.com/office/drawing/2014/main" id="{A1D361F3-3FBD-0767-47B5-246FF0AA64E2}"/>
              </a:ext>
            </a:extLst>
          </p:cNvPr>
          <p:cNvSpPr txBox="1"/>
          <p:nvPr userDrawn="1"/>
        </p:nvSpPr>
        <p:spPr>
          <a:xfrm>
            <a:off x="1668663" y="2398152"/>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Mobile:</a:t>
            </a:r>
          </a:p>
        </p:txBody>
      </p:sp>
      <p:sp>
        <p:nvSpPr>
          <p:cNvPr id="48" name="TextBox 47">
            <a:extLst>
              <a:ext uri="{FF2B5EF4-FFF2-40B4-BE49-F238E27FC236}">
                <a16:creationId xmlns:a16="http://schemas.microsoft.com/office/drawing/2014/main" id="{DA5F24A3-11A6-FC83-2E3E-A4ED06AB3AAE}"/>
              </a:ext>
            </a:extLst>
          </p:cNvPr>
          <p:cNvSpPr txBox="1"/>
          <p:nvPr userDrawn="1"/>
        </p:nvSpPr>
        <p:spPr>
          <a:xfrm>
            <a:off x="1668663" y="2591877"/>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Email:</a:t>
            </a:r>
          </a:p>
        </p:txBody>
      </p:sp>
      <p:sp>
        <p:nvSpPr>
          <p:cNvPr id="53" name="Rectangle 8">
            <a:extLst>
              <a:ext uri="{FF2B5EF4-FFF2-40B4-BE49-F238E27FC236}">
                <a16:creationId xmlns:a16="http://schemas.microsoft.com/office/drawing/2014/main" id="{1ED9033F-D7E8-FCC0-ADF8-94A3618809A4}"/>
              </a:ext>
            </a:extLst>
          </p:cNvPr>
          <p:cNvSpPr>
            <a:spLocks noChangeArrowheads="1"/>
          </p:cNvSpPr>
          <p:nvPr userDrawn="1">
            <p:custDataLst>
              <p:tags r:id="rId6"/>
            </p:custDataLst>
          </p:nvPr>
        </p:nvSpPr>
        <p:spPr bwMode="auto">
          <a:xfrm>
            <a:off x="7987591" y="1303252"/>
            <a:ext cx="3741914" cy="237600"/>
          </a:xfrm>
          <a:prstGeom prst="rect">
            <a:avLst/>
          </a:prstGeom>
          <a:solidFill>
            <a:srgbClr val="00B13E"/>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Industry Expertise </a:t>
            </a:r>
          </a:p>
        </p:txBody>
      </p:sp>
      <p:sp>
        <p:nvSpPr>
          <p:cNvPr id="24" name="Text Placeholder 11">
            <a:extLst>
              <a:ext uri="{FF2B5EF4-FFF2-40B4-BE49-F238E27FC236}">
                <a16:creationId xmlns:a16="http://schemas.microsoft.com/office/drawing/2014/main" id="{F0FE5748-2E7E-E6A6-6A28-D26B4D5C1D6A}"/>
              </a:ext>
            </a:extLst>
          </p:cNvPr>
          <p:cNvSpPr>
            <a:spLocks noGrp="1"/>
          </p:cNvSpPr>
          <p:nvPr>
            <p:ph type="body" sz="quarter" idx="19" hasCustomPrompt="1"/>
          </p:nvPr>
        </p:nvSpPr>
        <p:spPr>
          <a:xfrm>
            <a:off x="1664356" y="1366838"/>
            <a:ext cx="1963737" cy="292323"/>
          </a:xfrm>
          <a:prstGeom prst="rect">
            <a:avLst/>
          </a:prstGeom>
        </p:spPr>
        <p:txBody>
          <a:bodyPr/>
          <a:lstStyle>
            <a:lvl1pPr>
              <a:defRPr sz="1400" u="none">
                <a:solidFill>
                  <a:schemeClr val="bg1"/>
                </a:solidFill>
                <a:latin typeface="PT Sans Caption" panose="020B0603020203020204" pitchFamily="34" charset="77"/>
              </a:defRPr>
            </a:lvl1pPr>
            <a:lvl2pPr>
              <a:defRPr sz="1000" b="1">
                <a:latin typeface="+mj-lt"/>
              </a:defRPr>
            </a:lvl2pPr>
            <a:lvl4pPr marL="177800" indent="0">
              <a:buNone/>
              <a:defRPr/>
            </a:lvl4pPr>
          </a:lstStyle>
          <a:p>
            <a:pPr lvl="0"/>
            <a:r>
              <a:rPr lang="en-US"/>
              <a:t>Name</a:t>
            </a:r>
          </a:p>
        </p:txBody>
      </p:sp>
      <p:sp>
        <p:nvSpPr>
          <p:cNvPr id="29" name="Text Placeholder 11">
            <a:extLst>
              <a:ext uri="{FF2B5EF4-FFF2-40B4-BE49-F238E27FC236}">
                <a16:creationId xmlns:a16="http://schemas.microsoft.com/office/drawing/2014/main" id="{32D758A8-5F1A-0074-1212-0D202F54F6B7}"/>
              </a:ext>
            </a:extLst>
          </p:cNvPr>
          <p:cNvSpPr>
            <a:spLocks noGrp="1"/>
          </p:cNvSpPr>
          <p:nvPr>
            <p:ph type="body" sz="quarter" idx="23" hasCustomPrompt="1"/>
          </p:nvPr>
        </p:nvSpPr>
        <p:spPr>
          <a:xfrm>
            <a:off x="2211621" y="2398152"/>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30" name="Text Placeholder 11">
            <a:extLst>
              <a:ext uri="{FF2B5EF4-FFF2-40B4-BE49-F238E27FC236}">
                <a16:creationId xmlns:a16="http://schemas.microsoft.com/office/drawing/2014/main" id="{D22EA4D4-086D-609B-9F4E-D76622CA1133}"/>
              </a:ext>
            </a:extLst>
          </p:cNvPr>
          <p:cNvSpPr>
            <a:spLocks noGrp="1"/>
          </p:cNvSpPr>
          <p:nvPr>
            <p:ph type="body" sz="quarter" idx="24" hasCustomPrompt="1"/>
          </p:nvPr>
        </p:nvSpPr>
        <p:spPr>
          <a:xfrm>
            <a:off x="2211621" y="2591877"/>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34" name="TextBox 33">
            <a:extLst>
              <a:ext uri="{FF2B5EF4-FFF2-40B4-BE49-F238E27FC236}">
                <a16:creationId xmlns:a16="http://schemas.microsoft.com/office/drawing/2014/main" id="{2DFD175A-5BDD-41B4-6678-3E9EA2421A94}"/>
              </a:ext>
            </a:extLst>
          </p:cNvPr>
          <p:cNvSpPr txBox="1"/>
          <p:nvPr userDrawn="1"/>
        </p:nvSpPr>
        <p:spPr>
          <a:xfrm>
            <a:off x="1666234" y="2077326"/>
            <a:ext cx="979990" cy="246221"/>
          </a:xfrm>
          <a:prstGeom prst="rect">
            <a:avLst/>
          </a:prstGeom>
          <a:noFill/>
        </p:spPr>
        <p:txBody>
          <a:bodyPr wrap="square">
            <a:spAutoFit/>
          </a:bodyPr>
          <a:lstStyle/>
          <a:p>
            <a:pPr lvl="0"/>
            <a:r>
              <a:rPr lang="en-US" sz="1000" b="1">
                <a:solidFill>
                  <a:schemeClr val="bg1"/>
                </a:solidFill>
                <a:latin typeface="PT Sans" panose="020B0503020203020204" pitchFamily="34" charset="77"/>
              </a:rPr>
              <a:t>Reply</a:t>
            </a:r>
          </a:p>
        </p:txBody>
      </p:sp>
      <p:sp>
        <p:nvSpPr>
          <p:cNvPr id="25" name="TextBox 24">
            <a:extLst>
              <a:ext uri="{FF2B5EF4-FFF2-40B4-BE49-F238E27FC236}">
                <a16:creationId xmlns:a16="http://schemas.microsoft.com/office/drawing/2014/main" id="{03D3C71D-7075-B546-9BC5-D89E0044A02A}"/>
              </a:ext>
            </a:extLst>
          </p:cNvPr>
          <p:cNvSpPr txBox="1"/>
          <p:nvPr userDrawn="1"/>
        </p:nvSpPr>
        <p:spPr>
          <a:xfrm>
            <a:off x="291524" y="6438312"/>
            <a:ext cx="13728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PT Sans" panose="020B0503020203020204" pitchFamily="34" charset="77"/>
                <a:ea typeface="+mn-ea"/>
                <a:cs typeface="+mn-cs"/>
              </a:rPr>
              <a:t>Reply | Short CV |</a:t>
            </a:r>
            <a:endParaRPr kumimoji="0" lang="en-DE" sz="1200" b="0" i="0" u="none" strike="noStrike" kern="1200" cap="none" spc="0" normalizeH="0" baseline="0" noProof="0">
              <a:ln>
                <a:noFill/>
              </a:ln>
              <a:solidFill>
                <a:schemeClr val="tx1"/>
              </a:solidFill>
              <a:effectLst/>
              <a:uLnTx/>
              <a:uFillTx/>
              <a:latin typeface="PT Sans" panose="020B0503020203020204" pitchFamily="34" charset="77"/>
              <a:ea typeface="+mn-ea"/>
              <a:cs typeface="+mn-cs"/>
            </a:endParaRPr>
          </a:p>
        </p:txBody>
      </p:sp>
      <p:sp>
        <p:nvSpPr>
          <p:cNvPr id="26" name="Text Placeholder 5">
            <a:extLst>
              <a:ext uri="{FF2B5EF4-FFF2-40B4-BE49-F238E27FC236}">
                <a16:creationId xmlns:a16="http://schemas.microsoft.com/office/drawing/2014/main" id="{218C88B2-E270-7146-9A64-27774820BDC5}"/>
              </a:ext>
            </a:extLst>
          </p:cNvPr>
          <p:cNvSpPr>
            <a:spLocks noGrp="1"/>
          </p:cNvSpPr>
          <p:nvPr>
            <p:ph type="body" sz="quarter" idx="26" hasCustomPrompt="1"/>
          </p:nvPr>
        </p:nvSpPr>
        <p:spPr>
          <a:xfrm>
            <a:off x="1555792" y="6438312"/>
            <a:ext cx="655830" cy="243166"/>
          </a:xfrm>
          <a:prstGeom prst="rect">
            <a:avLst/>
          </a:prstGeom>
        </p:spPr>
        <p:txBody>
          <a:bodyPr lIns="0"/>
          <a:lstStyle>
            <a:lvl1pPr>
              <a:defRPr kumimoji="0" lang="en-US" sz="1200" b="0" i="0" u="none" strike="noStrike" kern="1200" cap="none" spc="0" normalizeH="0" baseline="0" dirty="0">
                <a:ln>
                  <a:noFill/>
                </a:ln>
                <a:solidFill>
                  <a:schemeClr val="tx1"/>
                </a:solidFill>
                <a:effectLst/>
                <a:uLnTx/>
                <a:uFillTx/>
                <a:latin typeface="PT Sans" panose="020B0503020203020204" pitchFamily="34" charset="77"/>
                <a:ea typeface="+mn-ea"/>
                <a:cs typeface="+mn-cs"/>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Q2 2022</a:t>
            </a:r>
          </a:p>
        </p:txBody>
      </p:sp>
      <p:sp>
        <p:nvSpPr>
          <p:cNvPr id="31" name="Text Placeholder 5">
            <a:extLst>
              <a:ext uri="{FF2B5EF4-FFF2-40B4-BE49-F238E27FC236}">
                <a16:creationId xmlns:a16="http://schemas.microsoft.com/office/drawing/2014/main" id="{4FCCEF2F-5422-5F45-AFBA-83996B2FEDC1}"/>
              </a:ext>
            </a:extLst>
          </p:cNvPr>
          <p:cNvSpPr>
            <a:spLocks noGrp="1"/>
          </p:cNvSpPr>
          <p:nvPr>
            <p:ph type="body" sz="quarter" idx="25" hasCustomPrompt="1"/>
          </p:nvPr>
        </p:nvSpPr>
        <p:spPr>
          <a:xfrm>
            <a:off x="447675" y="3419232"/>
            <a:ext cx="3180418" cy="2831097"/>
          </a:xfrm>
          <a:prstGeom prst="rect">
            <a:avLst/>
          </a:prstGeom>
        </p:spPr>
        <p:txBody>
          <a:bodyPr lIns="0"/>
          <a:lstStyle>
            <a:lvl1pPr>
              <a:defRPr sz="10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Text in paragraphs with relevant information highlighted in bold.</a:t>
            </a:r>
          </a:p>
        </p:txBody>
      </p:sp>
      <p:sp>
        <p:nvSpPr>
          <p:cNvPr id="46" name="Text Placeholder 5">
            <a:extLst>
              <a:ext uri="{FF2B5EF4-FFF2-40B4-BE49-F238E27FC236}">
                <a16:creationId xmlns:a16="http://schemas.microsoft.com/office/drawing/2014/main" id="{8BEDB43C-CCA4-564E-805F-6F1A39F1A537}"/>
              </a:ext>
            </a:extLst>
          </p:cNvPr>
          <p:cNvSpPr>
            <a:spLocks noGrp="1"/>
          </p:cNvSpPr>
          <p:nvPr>
            <p:ph type="body" sz="quarter" idx="17" hasCustomPrompt="1"/>
          </p:nvPr>
        </p:nvSpPr>
        <p:spPr>
          <a:xfrm>
            <a:off x="7998071" y="1627072"/>
            <a:ext cx="3757829"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tabLst/>
              <a:defRPr/>
            </a:pPr>
            <a:r>
              <a:rPr lang="en-US"/>
              <a:t>General Industry identifier</a:t>
            </a:r>
          </a:p>
          <a:p>
            <a:pPr marL="171450" marR="0" lvl="0" indent="-171450" algn="l" defTabSz="914400" rtl="0" eaLnBrk="1" fontAlgn="auto" latinLnBrk="0" hangingPunct="1">
              <a:lnSpc>
                <a:spcPct val="100000"/>
              </a:lnSpc>
              <a:spcBef>
                <a:spcPts val="600"/>
              </a:spcBef>
              <a:spcAft>
                <a:spcPts val="0"/>
              </a:spcAft>
              <a:buClrTx/>
              <a:buSzTx/>
              <a:tabLst/>
              <a:defRPr/>
            </a:pPr>
            <a:endParaRPr lang="en-US"/>
          </a:p>
        </p:txBody>
      </p:sp>
      <p:sp>
        <p:nvSpPr>
          <p:cNvPr id="47" name="Text Placeholder 5">
            <a:extLst>
              <a:ext uri="{FF2B5EF4-FFF2-40B4-BE49-F238E27FC236}">
                <a16:creationId xmlns:a16="http://schemas.microsoft.com/office/drawing/2014/main" id="{B49D48AB-DE9D-2846-9D63-92B5B328CE03}"/>
              </a:ext>
            </a:extLst>
          </p:cNvPr>
          <p:cNvSpPr>
            <a:spLocks noGrp="1"/>
          </p:cNvSpPr>
          <p:nvPr>
            <p:ph type="body" sz="quarter" idx="11" hasCustomPrompt="1"/>
          </p:nvPr>
        </p:nvSpPr>
        <p:spPr>
          <a:xfrm>
            <a:off x="4027990" y="1627072"/>
            <a:ext cx="3597641"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buFont typeface="Wingdings" pitchFamily="2" charset="2"/>
              <a:buChar char="§"/>
              <a:tabLst/>
              <a:defRPr/>
            </a:pPr>
            <a:r>
              <a:rPr lang="en-US"/>
              <a:t>Expertise (list of tools)</a:t>
            </a:r>
          </a:p>
        </p:txBody>
      </p:sp>
      <p:sp>
        <p:nvSpPr>
          <p:cNvPr id="35" name="Text Placeholder 5">
            <a:extLst>
              <a:ext uri="{FF2B5EF4-FFF2-40B4-BE49-F238E27FC236}">
                <a16:creationId xmlns:a16="http://schemas.microsoft.com/office/drawing/2014/main" id="{6FB59864-C817-1941-85A9-0863DE51ADDF}"/>
              </a:ext>
            </a:extLst>
          </p:cNvPr>
          <p:cNvSpPr>
            <a:spLocks noGrp="1"/>
          </p:cNvSpPr>
          <p:nvPr>
            <p:ph type="body" sz="quarter" idx="16" hasCustomPrompt="1"/>
          </p:nvPr>
        </p:nvSpPr>
        <p:spPr>
          <a:xfrm>
            <a:off x="4027990" y="3429000"/>
            <a:ext cx="7727910" cy="2821330"/>
          </a:xfrm>
          <a:prstGeom prst="rect">
            <a:avLst/>
          </a:prstGeom>
        </p:spPr>
        <p:txBody>
          <a:bodyPr lIns="0"/>
          <a:lstStyle>
            <a:lvl1pPr marL="0" indent="0">
              <a:buFont typeface="Wingdings" pitchFamily="2" charset="2"/>
              <a:buNone/>
              <a:defRPr sz="900" b="1" u="none">
                <a:solidFill>
                  <a:schemeClr val="tx1"/>
                </a:solidFill>
                <a:latin typeface="PT Sans" panose="020B0503020203020204" pitchFamily="34" charset="77"/>
              </a:defRPr>
            </a:lvl1pPr>
            <a:lvl2pPr marL="171450" indent="-171450">
              <a:buFont typeface="Wingdings" pitchFamily="2" charset="2"/>
              <a:buChar char="§"/>
              <a:defRPr sz="9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fontAlgn="base">
              <a:spcBef>
                <a:spcPts val="100"/>
              </a:spcBef>
            </a:pPr>
            <a:r>
              <a:rPr lang="en-US"/>
              <a:t>Description for a project – Position</a:t>
            </a:r>
          </a:p>
          <a:p>
            <a:pPr lvl="1" fontAlgn="base">
              <a:spcBef>
                <a:spcPts val="100"/>
              </a:spcBef>
            </a:pPr>
            <a:r>
              <a:rPr lang="en-US" sz="900"/>
              <a:t>Item</a:t>
            </a:r>
          </a:p>
          <a:p>
            <a:pPr lvl="1" fontAlgn="base">
              <a:spcBef>
                <a:spcPts val="100"/>
              </a:spcBef>
            </a:pPr>
            <a:r>
              <a:rPr lang="en-US" sz="900"/>
              <a:t>Item</a:t>
            </a:r>
            <a:endParaRPr lang="de-DE"/>
          </a:p>
        </p:txBody>
      </p:sp>
    </p:spTree>
    <p:extLst>
      <p:ext uri="{BB962C8B-B14F-4D97-AF65-F5344CB8AC3E}">
        <p14:creationId xmlns:p14="http://schemas.microsoft.com/office/powerpoint/2010/main" val="4032326554"/>
      </p:ext>
    </p:extLst>
  </p:cSld>
  <p:clrMapOvr>
    <a:masterClrMapping/>
  </p:clrMapOvr>
  <p:extLst>
    <p:ext uri="{DCECCB84-F9BA-43D5-87BE-67443E8EF086}">
      <p15:sldGuideLst xmlns:p15="http://schemas.microsoft.com/office/powerpoint/2012/main">
        <p15:guide id="2" pos="234">
          <p15:clr>
            <a:srgbClr val="FBAE40"/>
          </p15:clr>
        </p15:guide>
        <p15:guide id="3" pos="7446">
          <p15:clr>
            <a:srgbClr val="FBAE40"/>
          </p15:clr>
        </p15:guide>
        <p15:guide id="5" orient="horz" pos="1071">
          <p15:clr>
            <a:srgbClr val="FBAE40"/>
          </p15:clr>
        </p15:guide>
        <p15:guide id="6" orient="horz" pos="3725">
          <p15:clr>
            <a:srgbClr val="FBAE40"/>
          </p15:clr>
        </p15:guide>
        <p15:guide id="7" orient="horz" pos="238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ply [DE]">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7606A10-8F0C-4B96-8F0F-38986ED53B7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415" imgH="416" progId="TCLayout.ActiveDocument.1">
                  <p:embed/>
                </p:oleObj>
              </mc:Choice>
              <mc:Fallback>
                <p:oleObj name="think-cell Folie" r:id="rId9" imgW="415" imgH="416" progId="TCLayout.ActiveDocument.1">
                  <p:embed/>
                  <p:pic>
                    <p:nvPicPr>
                      <p:cNvPr id="3" name="Object 2" hidden="1">
                        <a:extLst>
                          <a:ext uri="{FF2B5EF4-FFF2-40B4-BE49-F238E27FC236}">
                            <a16:creationId xmlns:a16="http://schemas.microsoft.com/office/drawing/2014/main" id="{C7606A10-8F0C-4B96-8F0F-38986ED53B7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D7A1DBF-AD07-4E04-96CF-3D159776859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it-IT" sz="1600" b="1" i="0" baseline="0">
              <a:latin typeface="Arial Black" panose="020B0A04020102020204" pitchFamily="34" charset="0"/>
              <a:ea typeface="+mj-ea"/>
              <a:cs typeface="+mj-cs"/>
              <a:sym typeface="Arial Black" panose="020B0A04020102020204" pitchFamily="34" charset="0"/>
            </a:endParaRPr>
          </a:p>
        </p:txBody>
      </p:sp>
      <p:sp>
        <p:nvSpPr>
          <p:cNvPr id="32" name="Freeform 27">
            <a:extLst>
              <a:ext uri="{FF2B5EF4-FFF2-40B4-BE49-F238E27FC236}">
                <a16:creationId xmlns:a16="http://schemas.microsoft.com/office/drawing/2014/main" id="{115D5E09-1E48-4E0E-82C0-2E1B99C3C405}"/>
              </a:ext>
            </a:extLst>
          </p:cNvPr>
          <p:cNvSpPr>
            <a:spLocks noChangeAspect="1"/>
          </p:cNvSpPr>
          <p:nvPr userDrawn="1"/>
        </p:nvSpPr>
        <p:spPr bwMode="gray">
          <a:xfrm flipH="1">
            <a:off x="10305282" y="0"/>
            <a:ext cx="1886717" cy="943264"/>
          </a:xfrm>
          <a:custGeom>
            <a:avLst/>
            <a:gdLst/>
            <a:ahLst/>
            <a:cxnLst>
              <a:cxn ang="0">
                <a:pos x="0" y="0"/>
              </a:cxn>
              <a:cxn ang="0">
                <a:pos x="0" y="572"/>
              </a:cxn>
              <a:cxn ang="0">
                <a:pos x="1260" y="572"/>
              </a:cxn>
              <a:cxn ang="0">
                <a:pos x="1430" y="0"/>
              </a:cxn>
              <a:cxn ang="0">
                <a:pos x="0" y="0"/>
              </a:cxn>
            </a:cxnLst>
            <a:rect l="0" t="0" r="r" b="b"/>
            <a:pathLst>
              <a:path w="1430" h="572">
                <a:moveTo>
                  <a:pt x="0" y="0"/>
                </a:moveTo>
                <a:lnTo>
                  <a:pt x="0" y="572"/>
                </a:lnTo>
                <a:lnTo>
                  <a:pt x="1260" y="572"/>
                </a:lnTo>
                <a:lnTo>
                  <a:pt x="1430" y="0"/>
                </a:lnTo>
                <a:lnTo>
                  <a:pt x="0" y="0"/>
                </a:lnTo>
                <a:close/>
              </a:path>
            </a:pathLst>
          </a:custGeom>
          <a:solidFill>
            <a:srgbClr val="00B13E"/>
          </a:solidFill>
          <a:ln w="9525" cap="flat" cmpd="sng">
            <a:noFill/>
            <a:prstDash val="solid"/>
            <a:round/>
            <a:headEnd type="none" w="med" len="med"/>
            <a:tailEnd type="none" w="med" len="med"/>
          </a:ln>
          <a:effectLst/>
        </p:spPr>
        <p:txBody>
          <a:bodyPr>
            <a:noAutofit/>
          </a:bodyPr>
          <a:lstStyle/>
          <a:p>
            <a:pPr eaLnBrk="1">
              <a:defRPr/>
            </a:pPr>
            <a:endParaRPr lang="en-US">
              <a:solidFill>
                <a:srgbClr val="000000"/>
              </a:solidFill>
              <a:cs typeface="Arial" pitchFamily="34" charset="0"/>
            </a:endParaRPr>
          </a:p>
        </p:txBody>
      </p:sp>
      <p:sp>
        <p:nvSpPr>
          <p:cNvPr id="38" name="Rectangle 6">
            <a:extLst>
              <a:ext uri="{FF2B5EF4-FFF2-40B4-BE49-F238E27FC236}">
                <a16:creationId xmlns:a16="http://schemas.microsoft.com/office/drawing/2014/main" id="{B7E87986-522A-564F-AD15-983D7EF716CD}"/>
              </a:ext>
            </a:extLst>
          </p:cNvPr>
          <p:cNvSpPr>
            <a:spLocks noChangeArrowheads="1"/>
          </p:cNvSpPr>
          <p:nvPr userDrawn="1">
            <p:custDataLst>
              <p:tags r:id="rId3"/>
            </p:custDataLst>
          </p:nvPr>
        </p:nvSpPr>
        <p:spPr bwMode="auto">
          <a:xfrm>
            <a:off x="365682" y="3066575"/>
            <a:ext cx="3368874" cy="243166"/>
          </a:xfrm>
          <a:prstGeom prst="rect">
            <a:avLst/>
          </a:prstGeom>
          <a:solidFill>
            <a:srgbClr val="00B13E"/>
          </a:solidFill>
          <a:ln>
            <a:noFill/>
          </a:ln>
        </p:spPr>
        <p:txBody>
          <a:bodyPr wrap="none" lIns="72000" tIns="72000" rIns="72000" bIns="72000" anchor="ctr"/>
          <a:lstStyle/>
          <a:p>
            <a:pPr marL="114300" indent="-114300">
              <a:spcBef>
                <a:spcPct val="30000"/>
              </a:spcBef>
              <a:buClr>
                <a:srgbClr val="006699"/>
              </a:buClr>
            </a:pPr>
            <a:r>
              <a:rPr lang="de-DE" sz="1300" b="0" i="0">
                <a:solidFill>
                  <a:srgbClr val="FFFFFF"/>
                </a:solidFill>
                <a:latin typeface="PT Sans Narrow" panose="020B0506020203020204" pitchFamily="34" charset="77"/>
              </a:rPr>
              <a:t>Berufliche Erfahrungen</a:t>
            </a:r>
          </a:p>
        </p:txBody>
      </p:sp>
      <p:sp>
        <p:nvSpPr>
          <p:cNvPr id="39" name="Rectangle 8">
            <a:extLst>
              <a:ext uri="{FF2B5EF4-FFF2-40B4-BE49-F238E27FC236}">
                <a16:creationId xmlns:a16="http://schemas.microsoft.com/office/drawing/2014/main" id="{635F589A-82F0-674D-88BA-4F816FB0AA07}"/>
              </a:ext>
            </a:extLst>
          </p:cNvPr>
          <p:cNvSpPr>
            <a:spLocks noChangeArrowheads="1"/>
          </p:cNvSpPr>
          <p:nvPr userDrawn="1">
            <p:custDataLst>
              <p:tags r:id="rId4"/>
            </p:custDataLst>
          </p:nvPr>
        </p:nvSpPr>
        <p:spPr bwMode="auto">
          <a:xfrm>
            <a:off x="3956401" y="1293361"/>
            <a:ext cx="3741914" cy="237600"/>
          </a:xfrm>
          <a:prstGeom prst="rect">
            <a:avLst/>
          </a:prstGeom>
          <a:solidFill>
            <a:srgbClr val="00B13E"/>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Funktionale Expertise </a:t>
            </a:r>
          </a:p>
        </p:txBody>
      </p:sp>
      <p:sp>
        <p:nvSpPr>
          <p:cNvPr id="41" name="Rectangle 9">
            <a:extLst>
              <a:ext uri="{FF2B5EF4-FFF2-40B4-BE49-F238E27FC236}">
                <a16:creationId xmlns:a16="http://schemas.microsoft.com/office/drawing/2014/main" id="{E18AFDB3-6129-A746-9218-5AFD5EBBFC0E}"/>
              </a:ext>
            </a:extLst>
          </p:cNvPr>
          <p:cNvSpPr>
            <a:spLocks noChangeArrowheads="1"/>
          </p:cNvSpPr>
          <p:nvPr userDrawn="1">
            <p:custDataLst>
              <p:tags r:id="rId5"/>
            </p:custDataLst>
          </p:nvPr>
        </p:nvSpPr>
        <p:spPr bwMode="auto">
          <a:xfrm>
            <a:off x="3956400" y="3066575"/>
            <a:ext cx="7868913" cy="237600"/>
          </a:xfrm>
          <a:prstGeom prst="rect">
            <a:avLst/>
          </a:prstGeom>
          <a:solidFill>
            <a:srgbClr val="00B13E"/>
          </a:solidFill>
          <a:ln>
            <a:noFill/>
          </a:ln>
        </p:spPr>
        <p:txBody>
          <a:bodyPr wrap="none" lIns="72000" tIns="72000" rIns="72000" bIns="72000" anchor="ctr"/>
          <a:lstStyle/>
          <a:p>
            <a:pPr marL="114300" indent="-114300">
              <a:spcBef>
                <a:spcPct val="30000"/>
              </a:spcBef>
              <a:buClr>
                <a:srgbClr val="006699"/>
              </a:buClr>
            </a:pPr>
            <a:r>
              <a:rPr lang="en-GB" sz="1300" b="0" i="0">
                <a:solidFill>
                  <a:srgbClr val="FFFFFF"/>
                </a:solidFill>
                <a:latin typeface="PT Sans Narrow" panose="020B0506020203020204" pitchFamily="34" charset="77"/>
              </a:rPr>
              <a:t>Relevante Projekterfahrung (Auswahl)</a:t>
            </a:r>
          </a:p>
        </p:txBody>
      </p:sp>
      <p:sp>
        <p:nvSpPr>
          <p:cNvPr id="4" name="TextBox 14">
            <a:extLst>
              <a:ext uri="{FF2B5EF4-FFF2-40B4-BE49-F238E27FC236}">
                <a16:creationId xmlns:a16="http://schemas.microsoft.com/office/drawing/2014/main" id="{4DEB16DF-0856-429A-886D-55FBFDD3ACA7}"/>
              </a:ext>
            </a:extLst>
          </p:cNvPr>
          <p:cNvSpPr txBox="1"/>
          <p:nvPr userDrawn="1"/>
        </p:nvSpPr>
        <p:spPr>
          <a:xfrm>
            <a:off x="365682" y="397932"/>
            <a:ext cx="9939600" cy="523220"/>
          </a:xfrm>
          <a:prstGeom prst="rect">
            <a:avLst/>
          </a:prstGeom>
          <a:noFill/>
        </p:spPr>
        <p:txBody>
          <a:bodyPr wrap="square" rtlCol="0">
            <a:spAutoFit/>
          </a:bodyPr>
          <a:lstStyle/>
          <a:p>
            <a:r>
              <a:rPr lang="en-US" sz="2800" b="1" spc="100" baseline="0">
                <a:solidFill>
                  <a:srgbClr val="00444C"/>
                </a:solidFill>
                <a:latin typeface="PT Sans Caption" panose="020B0603020203020204" pitchFamily="34" charset="77"/>
              </a:rPr>
              <a:t>PROFILÜBERSICHT UND PROJEKTERFAHRUNG</a:t>
            </a:r>
          </a:p>
        </p:txBody>
      </p:sp>
      <p:pic>
        <p:nvPicPr>
          <p:cNvPr id="27" name="Bild 6" descr="Unbenannt-1.png">
            <a:extLst>
              <a:ext uri="{FF2B5EF4-FFF2-40B4-BE49-F238E27FC236}">
                <a16:creationId xmlns:a16="http://schemas.microsoft.com/office/drawing/2014/main" id="{6821E482-C5A1-C74A-BE25-9FAF51FE9F4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17108" y="264527"/>
            <a:ext cx="1463064" cy="392400"/>
          </a:xfrm>
          <a:prstGeom prst="rect">
            <a:avLst/>
          </a:prstGeom>
        </p:spPr>
      </p:pic>
      <p:sp>
        <p:nvSpPr>
          <p:cNvPr id="28" name="Picture Placeholder 9">
            <a:extLst>
              <a:ext uri="{FF2B5EF4-FFF2-40B4-BE49-F238E27FC236}">
                <a16:creationId xmlns:a16="http://schemas.microsoft.com/office/drawing/2014/main" id="{70E6DDC3-1D04-E1B4-D33B-A66B1DDB7EBE}"/>
              </a:ext>
            </a:extLst>
          </p:cNvPr>
          <p:cNvSpPr>
            <a:spLocks noGrp="1"/>
          </p:cNvSpPr>
          <p:nvPr>
            <p:ph type="pic" sz="quarter" idx="18" hasCustomPrompt="1"/>
          </p:nvPr>
        </p:nvSpPr>
        <p:spPr>
          <a:xfrm>
            <a:off x="447675" y="1366838"/>
            <a:ext cx="1147763" cy="1457325"/>
          </a:xfrm>
          <a:prstGeom prst="rect">
            <a:avLst/>
          </a:prstGeom>
        </p:spPr>
        <p:txBody>
          <a:bodyPr/>
          <a:lstStyle>
            <a:lvl1pPr>
              <a:defRPr b="0" i="1" u="none"/>
            </a:lvl1pPr>
          </a:lstStyle>
          <a:p>
            <a:r>
              <a:rPr lang="de-DE"/>
              <a:t>Picture</a:t>
            </a:r>
          </a:p>
        </p:txBody>
      </p:sp>
      <p:sp>
        <p:nvSpPr>
          <p:cNvPr id="31" name="Text Placeholder 11">
            <a:extLst>
              <a:ext uri="{FF2B5EF4-FFF2-40B4-BE49-F238E27FC236}">
                <a16:creationId xmlns:a16="http://schemas.microsoft.com/office/drawing/2014/main" id="{7CF0ECDA-F061-0A99-CED3-8F332A38604F}"/>
              </a:ext>
            </a:extLst>
          </p:cNvPr>
          <p:cNvSpPr>
            <a:spLocks noGrp="1"/>
          </p:cNvSpPr>
          <p:nvPr>
            <p:ph type="body" sz="quarter" idx="19" hasCustomPrompt="1"/>
          </p:nvPr>
        </p:nvSpPr>
        <p:spPr>
          <a:xfrm>
            <a:off x="1664356" y="1366838"/>
            <a:ext cx="1963737" cy="292323"/>
          </a:xfrm>
          <a:prstGeom prst="rect">
            <a:avLst/>
          </a:prstGeom>
        </p:spPr>
        <p:txBody>
          <a:bodyPr/>
          <a:lstStyle>
            <a:lvl1pPr>
              <a:defRPr sz="1400" u="none">
                <a:solidFill>
                  <a:schemeClr val="bg1"/>
                </a:solidFill>
                <a:latin typeface="PT Sans Caption" panose="020B0603020203020204" pitchFamily="34" charset="77"/>
              </a:defRPr>
            </a:lvl1pPr>
            <a:lvl2pPr>
              <a:defRPr sz="1000" b="1">
                <a:latin typeface="+mj-lt"/>
              </a:defRPr>
            </a:lvl2pPr>
            <a:lvl4pPr marL="177800" indent="0">
              <a:buNone/>
              <a:defRPr/>
            </a:lvl4pPr>
          </a:lstStyle>
          <a:p>
            <a:pPr lvl="0"/>
            <a:r>
              <a:rPr lang="en-US"/>
              <a:t>Name</a:t>
            </a:r>
          </a:p>
        </p:txBody>
      </p:sp>
      <p:sp>
        <p:nvSpPr>
          <p:cNvPr id="33" name="Text Placeholder 11">
            <a:extLst>
              <a:ext uri="{FF2B5EF4-FFF2-40B4-BE49-F238E27FC236}">
                <a16:creationId xmlns:a16="http://schemas.microsoft.com/office/drawing/2014/main" id="{7262B094-0E69-5839-C08D-46579E0EDB95}"/>
              </a:ext>
            </a:extLst>
          </p:cNvPr>
          <p:cNvSpPr>
            <a:spLocks noGrp="1"/>
          </p:cNvSpPr>
          <p:nvPr>
            <p:ph type="body" sz="quarter" idx="20" hasCustomPrompt="1"/>
          </p:nvPr>
        </p:nvSpPr>
        <p:spPr>
          <a:xfrm>
            <a:off x="1669933" y="1819174"/>
            <a:ext cx="1963737" cy="215817"/>
          </a:xfrm>
          <a:prstGeom prst="rect">
            <a:avLst/>
          </a:prstGeom>
        </p:spPr>
        <p:txBody>
          <a:bodyPr/>
          <a:lstStyle>
            <a:lvl1pPr>
              <a:defRPr sz="1000" u="none">
                <a:solidFill>
                  <a:schemeClr val="bg1"/>
                </a:solidFill>
                <a:latin typeface="PT Sans" panose="020B0503020203020204" pitchFamily="34" charset="77"/>
              </a:defRPr>
            </a:lvl1pPr>
            <a:lvl2pPr>
              <a:defRPr sz="1000" b="1">
                <a:latin typeface="+mj-lt"/>
              </a:defRPr>
            </a:lvl2pPr>
            <a:lvl4pPr marL="177800" indent="0">
              <a:buNone/>
              <a:defRPr/>
            </a:lvl4pPr>
          </a:lstStyle>
          <a:p>
            <a:pPr lvl="0"/>
            <a:r>
              <a:rPr lang="en-US"/>
              <a:t>Position</a:t>
            </a:r>
          </a:p>
        </p:txBody>
      </p:sp>
      <p:sp>
        <p:nvSpPr>
          <p:cNvPr id="42" name="TextBox 41">
            <a:extLst>
              <a:ext uri="{FF2B5EF4-FFF2-40B4-BE49-F238E27FC236}">
                <a16:creationId xmlns:a16="http://schemas.microsoft.com/office/drawing/2014/main" id="{A1D361F3-3FBD-0767-47B5-246FF0AA64E2}"/>
              </a:ext>
            </a:extLst>
          </p:cNvPr>
          <p:cNvSpPr txBox="1"/>
          <p:nvPr userDrawn="1"/>
        </p:nvSpPr>
        <p:spPr>
          <a:xfrm>
            <a:off x="1668663" y="2398152"/>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Mobile:</a:t>
            </a:r>
          </a:p>
        </p:txBody>
      </p:sp>
      <p:sp>
        <p:nvSpPr>
          <p:cNvPr id="48" name="TextBox 47">
            <a:extLst>
              <a:ext uri="{FF2B5EF4-FFF2-40B4-BE49-F238E27FC236}">
                <a16:creationId xmlns:a16="http://schemas.microsoft.com/office/drawing/2014/main" id="{DA5F24A3-11A6-FC83-2E3E-A4ED06AB3AAE}"/>
              </a:ext>
            </a:extLst>
          </p:cNvPr>
          <p:cNvSpPr txBox="1"/>
          <p:nvPr userDrawn="1"/>
        </p:nvSpPr>
        <p:spPr>
          <a:xfrm>
            <a:off x="1668663" y="2591877"/>
            <a:ext cx="727296" cy="246221"/>
          </a:xfrm>
          <a:prstGeom prst="rect">
            <a:avLst/>
          </a:prstGeom>
          <a:noFill/>
        </p:spPr>
        <p:txBody>
          <a:bodyPr wrap="square" rtlCol="0">
            <a:spAutoFit/>
          </a:bodyPr>
          <a:lstStyle/>
          <a:p>
            <a:r>
              <a:rPr lang="de-DE" sz="1000" b="1">
                <a:solidFill>
                  <a:schemeClr val="bg1"/>
                </a:solidFill>
                <a:latin typeface="PT Sans" panose="020B0503020203020204" pitchFamily="34" charset="77"/>
              </a:rPr>
              <a:t>Email:</a:t>
            </a:r>
          </a:p>
        </p:txBody>
      </p:sp>
      <p:sp>
        <p:nvSpPr>
          <p:cNvPr id="53" name="Rectangle 8">
            <a:extLst>
              <a:ext uri="{FF2B5EF4-FFF2-40B4-BE49-F238E27FC236}">
                <a16:creationId xmlns:a16="http://schemas.microsoft.com/office/drawing/2014/main" id="{1ED9033F-D7E8-FCC0-ADF8-94A3618809A4}"/>
              </a:ext>
            </a:extLst>
          </p:cNvPr>
          <p:cNvSpPr>
            <a:spLocks noChangeArrowheads="1"/>
          </p:cNvSpPr>
          <p:nvPr userDrawn="1">
            <p:custDataLst>
              <p:tags r:id="rId6"/>
            </p:custDataLst>
          </p:nvPr>
        </p:nvSpPr>
        <p:spPr bwMode="auto">
          <a:xfrm>
            <a:off x="7987591" y="1303252"/>
            <a:ext cx="3741914" cy="237600"/>
          </a:xfrm>
          <a:prstGeom prst="rect">
            <a:avLst/>
          </a:prstGeom>
          <a:solidFill>
            <a:srgbClr val="00B13E"/>
          </a:solidFill>
          <a:ln>
            <a:noFill/>
          </a:ln>
        </p:spPr>
        <p:txBody>
          <a:bodyPr wrap="none" lIns="72000" tIns="72000" rIns="72000" bIns="72000" anchor="ctr"/>
          <a:lstStyle/>
          <a:p>
            <a:pPr marL="194945" indent="-194945" eaLnBrk="0" hangingPunct="0">
              <a:lnSpc>
                <a:spcPct val="80000"/>
              </a:lnSpc>
              <a:spcBef>
                <a:spcPct val="5000"/>
              </a:spcBef>
              <a:defRPr/>
            </a:pPr>
            <a:r>
              <a:rPr lang="de-DE" sz="1300" b="0" i="0">
                <a:solidFill>
                  <a:schemeClr val="bg1"/>
                </a:solidFill>
                <a:latin typeface="PT Sans Narrow" panose="020B0506020203020204" pitchFamily="34" charset="77"/>
              </a:rPr>
              <a:t>Industrieerfahrung</a:t>
            </a:r>
          </a:p>
        </p:txBody>
      </p:sp>
      <p:sp>
        <p:nvSpPr>
          <p:cNvPr id="25" name="Text Placeholder 11">
            <a:extLst>
              <a:ext uri="{FF2B5EF4-FFF2-40B4-BE49-F238E27FC236}">
                <a16:creationId xmlns:a16="http://schemas.microsoft.com/office/drawing/2014/main" id="{AF4F0D18-D54E-AA5B-7B30-77AC84F934E2}"/>
              </a:ext>
            </a:extLst>
          </p:cNvPr>
          <p:cNvSpPr>
            <a:spLocks noGrp="1"/>
          </p:cNvSpPr>
          <p:nvPr>
            <p:ph type="body" sz="quarter" idx="23" hasCustomPrompt="1"/>
          </p:nvPr>
        </p:nvSpPr>
        <p:spPr>
          <a:xfrm>
            <a:off x="2211621" y="2398152"/>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26" name="Text Placeholder 11">
            <a:extLst>
              <a:ext uri="{FF2B5EF4-FFF2-40B4-BE49-F238E27FC236}">
                <a16:creationId xmlns:a16="http://schemas.microsoft.com/office/drawing/2014/main" id="{0E86E825-4327-29EF-D6BD-E469CD46C7A3}"/>
              </a:ext>
            </a:extLst>
          </p:cNvPr>
          <p:cNvSpPr>
            <a:spLocks noGrp="1"/>
          </p:cNvSpPr>
          <p:nvPr>
            <p:ph type="body" sz="quarter" idx="24" hasCustomPrompt="1"/>
          </p:nvPr>
        </p:nvSpPr>
        <p:spPr>
          <a:xfrm>
            <a:off x="2211621" y="2591877"/>
            <a:ext cx="1421636" cy="215817"/>
          </a:xfrm>
          <a:prstGeom prst="rect">
            <a:avLst/>
          </a:prstGeom>
        </p:spPr>
        <p:txBody>
          <a:bodyPr/>
          <a:lstStyle>
            <a:lvl1pPr algn="r">
              <a:defRPr sz="1000" b="0" u="none">
                <a:solidFill>
                  <a:schemeClr val="bg1"/>
                </a:solidFill>
              </a:defRPr>
            </a:lvl1pPr>
            <a:lvl2pPr>
              <a:defRPr sz="1000" b="1">
                <a:latin typeface="+mj-lt"/>
              </a:defRPr>
            </a:lvl2pPr>
            <a:lvl4pPr marL="177800" indent="0">
              <a:buNone/>
              <a:defRPr/>
            </a:lvl4pPr>
          </a:lstStyle>
          <a:p>
            <a:pPr lvl="0"/>
            <a:r>
              <a:rPr lang="en-US"/>
              <a:t> </a:t>
            </a:r>
          </a:p>
        </p:txBody>
      </p:sp>
      <p:sp>
        <p:nvSpPr>
          <p:cNvPr id="29" name="TextBox 28">
            <a:extLst>
              <a:ext uri="{FF2B5EF4-FFF2-40B4-BE49-F238E27FC236}">
                <a16:creationId xmlns:a16="http://schemas.microsoft.com/office/drawing/2014/main" id="{5700EF3B-7DC8-929E-3B03-9F32720752B5}"/>
              </a:ext>
            </a:extLst>
          </p:cNvPr>
          <p:cNvSpPr txBox="1"/>
          <p:nvPr userDrawn="1"/>
        </p:nvSpPr>
        <p:spPr>
          <a:xfrm>
            <a:off x="1666234" y="2077326"/>
            <a:ext cx="979990" cy="246221"/>
          </a:xfrm>
          <a:prstGeom prst="rect">
            <a:avLst/>
          </a:prstGeom>
          <a:noFill/>
        </p:spPr>
        <p:txBody>
          <a:bodyPr wrap="square">
            <a:spAutoFit/>
          </a:bodyPr>
          <a:lstStyle/>
          <a:p>
            <a:pPr lvl="0"/>
            <a:r>
              <a:rPr lang="en-US" sz="1000" b="1">
                <a:solidFill>
                  <a:schemeClr val="bg1"/>
                </a:solidFill>
                <a:latin typeface="PT Sans" panose="020B0503020203020204" pitchFamily="34" charset="77"/>
              </a:rPr>
              <a:t>Reply</a:t>
            </a:r>
          </a:p>
        </p:txBody>
      </p:sp>
      <p:sp>
        <p:nvSpPr>
          <p:cNvPr id="40" name="TextBox 39">
            <a:extLst>
              <a:ext uri="{FF2B5EF4-FFF2-40B4-BE49-F238E27FC236}">
                <a16:creationId xmlns:a16="http://schemas.microsoft.com/office/drawing/2014/main" id="{F13D41AD-3789-6F40-8478-3290C5451708}"/>
              </a:ext>
            </a:extLst>
          </p:cNvPr>
          <p:cNvSpPr txBox="1"/>
          <p:nvPr userDrawn="1"/>
        </p:nvSpPr>
        <p:spPr>
          <a:xfrm>
            <a:off x="291524" y="6438312"/>
            <a:ext cx="13728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PT Sans" panose="020B0503020203020204" pitchFamily="34" charset="77"/>
                <a:ea typeface="+mn-ea"/>
                <a:cs typeface="+mn-cs"/>
              </a:rPr>
              <a:t>Reply | Short CV |</a:t>
            </a:r>
            <a:endParaRPr kumimoji="0" lang="en-DE" sz="1200" b="0" i="0" u="none" strike="noStrike" kern="1200" cap="none" spc="0" normalizeH="0" baseline="0" noProof="0">
              <a:ln>
                <a:noFill/>
              </a:ln>
              <a:solidFill>
                <a:schemeClr val="tx1"/>
              </a:solidFill>
              <a:effectLst/>
              <a:uLnTx/>
              <a:uFillTx/>
              <a:latin typeface="PT Sans" panose="020B0503020203020204" pitchFamily="34" charset="77"/>
              <a:ea typeface="+mn-ea"/>
              <a:cs typeface="+mn-cs"/>
            </a:endParaRPr>
          </a:p>
        </p:txBody>
      </p:sp>
      <p:sp>
        <p:nvSpPr>
          <p:cNvPr id="43" name="Text Placeholder 5">
            <a:extLst>
              <a:ext uri="{FF2B5EF4-FFF2-40B4-BE49-F238E27FC236}">
                <a16:creationId xmlns:a16="http://schemas.microsoft.com/office/drawing/2014/main" id="{7A631B59-F4AF-F34A-BA4D-E14C8410C93F}"/>
              </a:ext>
            </a:extLst>
          </p:cNvPr>
          <p:cNvSpPr>
            <a:spLocks noGrp="1"/>
          </p:cNvSpPr>
          <p:nvPr>
            <p:ph type="body" sz="quarter" idx="26" hasCustomPrompt="1"/>
          </p:nvPr>
        </p:nvSpPr>
        <p:spPr>
          <a:xfrm>
            <a:off x="1555792" y="6438312"/>
            <a:ext cx="655830" cy="243166"/>
          </a:xfrm>
          <a:prstGeom prst="rect">
            <a:avLst/>
          </a:prstGeom>
        </p:spPr>
        <p:txBody>
          <a:bodyPr lIns="0"/>
          <a:lstStyle>
            <a:lvl1pPr>
              <a:defRPr kumimoji="0" lang="en-US" sz="1200" b="0" i="0" u="none" strike="noStrike" kern="1200" cap="none" spc="0" normalizeH="0" baseline="0" dirty="0">
                <a:ln>
                  <a:noFill/>
                </a:ln>
                <a:solidFill>
                  <a:schemeClr val="tx1"/>
                </a:solidFill>
                <a:effectLst/>
                <a:uLnTx/>
                <a:uFillTx/>
                <a:latin typeface="PT Sans" panose="020B0503020203020204" pitchFamily="34" charset="77"/>
                <a:ea typeface="+mn-ea"/>
                <a:cs typeface="+mn-cs"/>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Q2 2022</a:t>
            </a:r>
          </a:p>
        </p:txBody>
      </p:sp>
      <p:sp>
        <p:nvSpPr>
          <p:cNvPr id="30" name="Text Placeholder 5">
            <a:extLst>
              <a:ext uri="{FF2B5EF4-FFF2-40B4-BE49-F238E27FC236}">
                <a16:creationId xmlns:a16="http://schemas.microsoft.com/office/drawing/2014/main" id="{A62AEF2E-8175-0541-B8B5-1F181740274A}"/>
              </a:ext>
            </a:extLst>
          </p:cNvPr>
          <p:cNvSpPr>
            <a:spLocks noGrp="1"/>
          </p:cNvSpPr>
          <p:nvPr>
            <p:ph type="body" sz="quarter" idx="25" hasCustomPrompt="1"/>
          </p:nvPr>
        </p:nvSpPr>
        <p:spPr>
          <a:xfrm>
            <a:off x="447675" y="3419232"/>
            <a:ext cx="3180418" cy="2831097"/>
          </a:xfrm>
          <a:prstGeom prst="rect">
            <a:avLst/>
          </a:prstGeom>
        </p:spPr>
        <p:txBody>
          <a:bodyPr lIns="0"/>
          <a:lstStyle>
            <a:lvl1pPr>
              <a:defRPr sz="10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Text in paragraphs with relevant information highlighted in bold.</a:t>
            </a:r>
          </a:p>
        </p:txBody>
      </p:sp>
      <p:sp>
        <p:nvSpPr>
          <p:cNvPr id="47" name="Text Placeholder 5">
            <a:extLst>
              <a:ext uri="{FF2B5EF4-FFF2-40B4-BE49-F238E27FC236}">
                <a16:creationId xmlns:a16="http://schemas.microsoft.com/office/drawing/2014/main" id="{95081835-8E6F-A046-AFC3-C8FE583B8D49}"/>
              </a:ext>
            </a:extLst>
          </p:cNvPr>
          <p:cNvSpPr>
            <a:spLocks noGrp="1"/>
          </p:cNvSpPr>
          <p:nvPr>
            <p:ph type="body" sz="quarter" idx="17" hasCustomPrompt="1"/>
          </p:nvPr>
        </p:nvSpPr>
        <p:spPr>
          <a:xfrm>
            <a:off x="7998071" y="1627072"/>
            <a:ext cx="3757829"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tabLst/>
              <a:defRPr/>
            </a:pPr>
            <a:r>
              <a:rPr lang="en-US"/>
              <a:t>General Industry identifier</a:t>
            </a:r>
          </a:p>
          <a:p>
            <a:pPr marL="171450" marR="0" lvl="0" indent="-171450" algn="l" defTabSz="914400" rtl="0" eaLnBrk="1" fontAlgn="auto" latinLnBrk="0" hangingPunct="1">
              <a:lnSpc>
                <a:spcPct val="100000"/>
              </a:lnSpc>
              <a:spcBef>
                <a:spcPts val="600"/>
              </a:spcBef>
              <a:spcAft>
                <a:spcPts val="0"/>
              </a:spcAft>
              <a:buClrTx/>
              <a:buSzTx/>
              <a:tabLst/>
              <a:defRPr/>
            </a:pPr>
            <a:endParaRPr lang="en-US"/>
          </a:p>
        </p:txBody>
      </p:sp>
      <p:sp>
        <p:nvSpPr>
          <p:cNvPr id="50" name="Text Placeholder 5">
            <a:extLst>
              <a:ext uri="{FF2B5EF4-FFF2-40B4-BE49-F238E27FC236}">
                <a16:creationId xmlns:a16="http://schemas.microsoft.com/office/drawing/2014/main" id="{BF858FE2-50E4-7D42-A47B-FBF8A73CEF8A}"/>
              </a:ext>
            </a:extLst>
          </p:cNvPr>
          <p:cNvSpPr>
            <a:spLocks noGrp="1"/>
          </p:cNvSpPr>
          <p:nvPr>
            <p:ph type="body" sz="quarter" idx="11" hasCustomPrompt="1"/>
          </p:nvPr>
        </p:nvSpPr>
        <p:spPr>
          <a:xfrm>
            <a:off x="4027990" y="1627072"/>
            <a:ext cx="3597641" cy="1173942"/>
          </a:xfrm>
          <a:prstGeom prst="rect">
            <a:avLst/>
          </a:prstGeom>
        </p:spPr>
        <p:txBody>
          <a:bodyPr lIns="0"/>
          <a:lstStyle>
            <a:lvl1pPr marL="171450" marR="0" indent="-171450" algn="l" defTabSz="914400" rtl="0" eaLnBrk="1" fontAlgn="auto" latinLnBrk="0" hangingPunct="1">
              <a:lnSpc>
                <a:spcPct val="100000"/>
              </a:lnSpc>
              <a:spcBef>
                <a:spcPts val="600"/>
              </a:spcBef>
              <a:spcAft>
                <a:spcPts val="0"/>
              </a:spcAft>
              <a:buClrTx/>
              <a:buSzTx/>
              <a:buFont typeface="Wingdings" pitchFamily="2" charset="2"/>
              <a:buChar char="§"/>
              <a:tabLst/>
              <a:defRPr sz="900" b="0" u="none">
                <a:solidFill>
                  <a:schemeClr val="tx1"/>
                </a:solidFill>
                <a:latin typeface="PT Sans" panose="020B0503020203020204" pitchFamily="34" charset="77"/>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marL="171450" marR="0" lvl="0" indent="-171450" algn="l" defTabSz="914400" rtl="0" eaLnBrk="1" fontAlgn="auto" latinLnBrk="0" hangingPunct="1">
              <a:lnSpc>
                <a:spcPct val="100000"/>
              </a:lnSpc>
              <a:spcBef>
                <a:spcPts val="600"/>
              </a:spcBef>
              <a:spcAft>
                <a:spcPts val="0"/>
              </a:spcAft>
              <a:buClrTx/>
              <a:buSzTx/>
              <a:buFont typeface="Wingdings" pitchFamily="2" charset="2"/>
              <a:buChar char="§"/>
              <a:tabLst/>
              <a:defRPr/>
            </a:pPr>
            <a:r>
              <a:rPr lang="en-US"/>
              <a:t>Expertise (list of tools)</a:t>
            </a:r>
          </a:p>
        </p:txBody>
      </p:sp>
      <p:sp>
        <p:nvSpPr>
          <p:cNvPr id="34" name="Text Placeholder 5">
            <a:extLst>
              <a:ext uri="{FF2B5EF4-FFF2-40B4-BE49-F238E27FC236}">
                <a16:creationId xmlns:a16="http://schemas.microsoft.com/office/drawing/2014/main" id="{F2FE85A1-8AE6-E443-9E91-74C7EFE70E15}"/>
              </a:ext>
            </a:extLst>
          </p:cNvPr>
          <p:cNvSpPr>
            <a:spLocks noGrp="1"/>
          </p:cNvSpPr>
          <p:nvPr>
            <p:ph type="body" sz="quarter" idx="16" hasCustomPrompt="1"/>
          </p:nvPr>
        </p:nvSpPr>
        <p:spPr>
          <a:xfrm>
            <a:off x="4027990" y="3429000"/>
            <a:ext cx="7727910" cy="2821330"/>
          </a:xfrm>
          <a:prstGeom prst="rect">
            <a:avLst/>
          </a:prstGeom>
        </p:spPr>
        <p:txBody>
          <a:bodyPr lIns="0"/>
          <a:lstStyle>
            <a:lvl1pPr marL="0" indent="0">
              <a:buFont typeface="Wingdings" pitchFamily="2" charset="2"/>
              <a:buNone/>
              <a:defRPr sz="900" b="1" u="none">
                <a:solidFill>
                  <a:schemeClr val="tx1"/>
                </a:solidFill>
                <a:latin typeface="PT Sans" panose="020B0503020203020204" pitchFamily="34" charset="77"/>
              </a:defRPr>
            </a:lvl1pPr>
            <a:lvl2pPr marL="171450" indent="-171450">
              <a:buFont typeface="Wingdings" pitchFamily="2" charset="2"/>
              <a:buChar char="§"/>
              <a:defRPr sz="9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fontAlgn="base">
              <a:spcBef>
                <a:spcPts val="100"/>
              </a:spcBef>
            </a:pPr>
            <a:r>
              <a:rPr lang="en-US"/>
              <a:t>Description for a project – Position</a:t>
            </a:r>
          </a:p>
          <a:p>
            <a:pPr lvl="1" fontAlgn="base">
              <a:spcBef>
                <a:spcPts val="100"/>
              </a:spcBef>
            </a:pPr>
            <a:r>
              <a:rPr lang="en-US" sz="900"/>
              <a:t>Item</a:t>
            </a:r>
          </a:p>
          <a:p>
            <a:pPr lvl="1" fontAlgn="base">
              <a:spcBef>
                <a:spcPts val="100"/>
              </a:spcBef>
            </a:pPr>
            <a:r>
              <a:rPr lang="en-US" sz="900"/>
              <a:t>Item</a:t>
            </a:r>
            <a:endParaRPr lang="de-DE"/>
          </a:p>
        </p:txBody>
      </p:sp>
    </p:spTree>
    <p:extLst>
      <p:ext uri="{BB962C8B-B14F-4D97-AF65-F5344CB8AC3E}">
        <p14:creationId xmlns:p14="http://schemas.microsoft.com/office/powerpoint/2010/main" val="544222883"/>
      </p:ext>
    </p:extLst>
  </p:cSld>
  <p:clrMapOvr>
    <a:masterClrMapping/>
  </p:clrMapOvr>
  <p:extLst>
    <p:ext uri="{DCECCB84-F9BA-43D5-87BE-67443E8EF086}">
      <p15:sldGuideLst xmlns:p15="http://schemas.microsoft.com/office/powerpoint/2012/main">
        <p15:guide id="2" pos="234">
          <p15:clr>
            <a:srgbClr val="FBAE40"/>
          </p15:clr>
        </p15:guide>
        <p15:guide id="3" pos="7446">
          <p15:clr>
            <a:srgbClr val="FBAE40"/>
          </p15:clr>
        </p15:guide>
        <p15:guide id="5" orient="horz" pos="1071">
          <p15:clr>
            <a:srgbClr val="FBAE40"/>
          </p15:clr>
        </p15:guide>
        <p15:guide id="6" orient="horz" pos="3725">
          <p15:clr>
            <a:srgbClr val="FBAE40"/>
          </p15:clr>
        </p15:guide>
        <p15:guide id="7" orient="horz" pos="238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647F358-451E-49C3-8163-F9C911B7CACA}"/>
              </a:ext>
            </a:extLst>
          </p:cNvPr>
          <p:cNvGraphicFramePr>
            <a:graphicFrameLocks noChangeAspect="1"/>
          </p:cNvGraphicFramePr>
          <p:nvPr userDrawn="1">
            <p:custDataLst>
              <p:tags r:id="rId6"/>
            </p:custDataLst>
            <p:extLst>
              <p:ext uri="{D42A27DB-BD31-4B8C-83A1-F6EECF244321}">
                <p14:modId xmlns:p14="http://schemas.microsoft.com/office/powerpoint/2010/main" val="39743753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8" imgW="415" imgH="416" progId="TCLayout.ActiveDocument.1">
                  <p:embed/>
                </p:oleObj>
              </mc:Choice>
              <mc:Fallback>
                <p:oleObj name="think-cell Folie" r:id="rId8" imgW="415" imgH="416" progId="TCLayout.ActiveDocument.1">
                  <p:embed/>
                  <p:pic>
                    <p:nvPicPr>
                      <p:cNvPr id="4" name="Object 3" hidden="1">
                        <a:extLst>
                          <a:ext uri="{FF2B5EF4-FFF2-40B4-BE49-F238E27FC236}">
                            <a16:creationId xmlns:a16="http://schemas.microsoft.com/office/drawing/2014/main" id="{E647F358-451E-49C3-8163-F9C911B7CAC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C94BCBB1-4EA1-4F40-BA7B-FD3994190CF5}"/>
              </a:ext>
            </a:extLst>
          </p:cNvPr>
          <p:cNvSpPr/>
          <p:nvPr userDrawn="1">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latin typeface="Arial" panose="020B0604020202020204" pitchFamily="34" charset="0"/>
              <a:ea typeface="+mj-ea"/>
              <a:cs typeface="+mj-cs"/>
              <a:sym typeface="Arial" panose="020B0604020202020204" pitchFamily="34" charset="0"/>
            </a:endParaRPr>
          </a:p>
        </p:txBody>
      </p:sp>
    </p:spTree>
    <p:extLst>
      <p:ext uri="{BB962C8B-B14F-4D97-AF65-F5344CB8AC3E}">
        <p14:creationId xmlns:p14="http://schemas.microsoft.com/office/powerpoint/2010/main" val="3131030110"/>
      </p:ext>
    </p:extLst>
  </p:cSld>
  <p:clrMap bg1="lt1" tx1="dk1" bg2="lt2" tx2="dk2" accent1="accent1" accent2="accent2" accent3="accent3" accent4="accent4" accent5="accent5" accent6="accent6" hlink="hlink" folHlink="folHlink"/>
  <p:sldLayoutIdLst>
    <p:sldLayoutId id="2147483667" r:id="rId1"/>
    <p:sldLayoutId id="2147483673" r:id="rId2"/>
    <p:sldLayoutId id="2147483674" r:id="rId3"/>
    <p:sldLayoutId id="2147483675" r:id="rId4"/>
  </p:sldLayoutIdLst>
  <p:hf sldNum="0" hdr="0" dt="0"/>
  <p:txStyles>
    <p:titleStyle>
      <a:lvl1pPr algn="l" defTabSz="914377" rtl="0" eaLnBrk="1" latinLnBrk="0" hangingPunct="1">
        <a:lnSpc>
          <a:spcPct val="90000"/>
        </a:lnSpc>
        <a:spcBef>
          <a:spcPct val="0"/>
        </a:spcBef>
        <a:buNone/>
        <a:defRPr sz="2200" b="1" kern="1200">
          <a:solidFill>
            <a:srgbClr val="004149"/>
          </a:solidFill>
          <a:latin typeface="+mj-lt"/>
          <a:ea typeface="+mj-ea"/>
          <a:cs typeface="+mj-cs"/>
        </a:defRPr>
      </a:lvl1pPr>
    </p:titleStyle>
    <p:bodyStyle>
      <a:lvl1pPr marL="0" marR="0" indent="0" algn="l" defTabSz="914400" rtl="0" eaLnBrk="1" fontAlgn="auto" latinLnBrk="0" hangingPunct="1">
        <a:lnSpc>
          <a:spcPct val="100000"/>
        </a:lnSpc>
        <a:spcBef>
          <a:spcPts val="600"/>
        </a:spcBef>
        <a:spcAft>
          <a:spcPts val="0"/>
        </a:spcAft>
        <a:buClrTx/>
        <a:buSzTx/>
        <a:buFont typeface="Arial" pitchFamily="34" charset="0"/>
        <a:buNone/>
        <a:tabLst/>
        <a:defRPr lang="en-US" sz="1000" b="1" u="sng" kern="1200" noProof="0" dirty="0" smtClean="0">
          <a:solidFill>
            <a:srgbClr val="004149"/>
          </a:solidFill>
          <a:latin typeface="PT Sans" panose="020B0503020203020204" pitchFamily="34" charset="77"/>
          <a:ea typeface="+mn-ea"/>
          <a:cs typeface="+mn-cs"/>
        </a:defRPr>
      </a:lvl1pPr>
      <a:lvl2pPr marL="0" marR="0" indent="0" algn="l" defTabSz="914400" rtl="0" eaLnBrk="1" fontAlgn="auto" latinLnBrk="0" hangingPunct="1">
        <a:lnSpc>
          <a:spcPct val="100000"/>
        </a:lnSpc>
        <a:spcBef>
          <a:spcPts val="600"/>
        </a:spcBef>
        <a:spcAft>
          <a:spcPts val="0"/>
        </a:spcAft>
        <a:buClrTx/>
        <a:buSzTx/>
        <a:buFont typeface="Arial" pitchFamily="34" charset="0"/>
        <a:buNone/>
        <a:tabLst/>
        <a:defRPr sz="900" kern="1200">
          <a:solidFill>
            <a:srgbClr val="004149"/>
          </a:solidFill>
          <a:latin typeface="PT Sans" panose="020B0503020203020204" pitchFamily="34" charset="77"/>
          <a:ea typeface="+mn-ea"/>
          <a:cs typeface="+mn-cs"/>
        </a:defRPr>
      </a:lvl2pPr>
      <a:lvl3pPr marL="177800" marR="0"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sz="900" kern="1200">
          <a:solidFill>
            <a:srgbClr val="004149"/>
          </a:solidFill>
          <a:latin typeface="PT Sans" panose="020B0503020203020204" pitchFamily="34" charset="77"/>
          <a:ea typeface="+mn-ea"/>
          <a:cs typeface="+mn-cs"/>
        </a:defRPr>
      </a:lvl3pPr>
      <a:lvl4pPr marL="355600" marR="0"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sz="900" kern="1200">
          <a:solidFill>
            <a:srgbClr val="004149"/>
          </a:solidFill>
          <a:latin typeface="PT Sans" panose="020B0503020203020204" pitchFamily="34" charset="77"/>
          <a:ea typeface="+mn-ea"/>
          <a:cs typeface="+mn-cs"/>
        </a:defRPr>
      </a:lvl4pPr>
      <a:lvl5pPr marL="534988" marR="0"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sz="900" kern="1200">
          <a:solidFill>
            <a:srgbClr val="004149"/>
          </a:solidFill>
          <a:latin typeface="PT Sans" panose="020B0503020203020204" pitchFamily="34"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rojectText">
            <a:extLst>
              <a:ext uri="{FF2B5EF4-FFF2-40B4-BE49-F238E27FC236}">
                <a16:creationId xmlns:a16="http://schemas.microsoft.com/office/drawing/2014/main" id="{BEF1888E-6A0F-4840-9F30-1A22BD4B3351}"/>
              </a:ext>
            </a:extLst>
          </p:cNvPr>
          <p:cNvSpPr>
            <a:spLocks noGrp="1"/>
          </p:cNvSpPr>
          <p:nvPr>
            <p:ph type="body" sz="quarter" idx="16"/>
          </p:nvPr>
        </p:nvSpPr>
        <p:spPr>
          <a:xfrm>
            <a:off x="4027990" y="3363097"/>
            <a:ext cx="7832685" cy="2821330"/>
          </a:xfrm>
        </p:spPr>
        <p:txBody>
          <a:bodyPr lIns="0" tIns="45720" rIns="91440" bIns="45720" anchor="t"/>
          <a:lstStyle/>
          <a:p>
            <a:r>
              <a:rPr lang="en-US">
                <a:latin typeface="PT Sans"/>
              </a:rPr>
              <a:t>Conceptualization and Implementation of a skills management tool </a:t>
            </a:r>
            <a:r>
              <a:rPr lang="de-DE">
                <a:latin typeface="PT Sans"/>
              </a:rPr>
              <a:t> – Software Engineer</a:t>
            </a:r>
            <a:endParaRPr lang="en-US">
              <a:latin typeface="PT Sans"/>
            </a:endParaRPr>
          </a:p>
          <a:p>
            <a:pPr marL="171450" indent="-171450">
              <a:buFont typeface="Wingdings" pitchFamily="2" charset="2"/>
              <a:buChar char="§"/>
            </a:pPr>
            <a:r>
              <a:rPr lang="en-GB" b="0">
                <a:latin typeface="PT Sans"/>
              </a:rPr>
              <a:t>Conceptualized a skill management tool to better manage employee's skills, experiences and match those skills and experiences to projects and learning opportunities. Responsible for architecting initial application structure and communication objects.</a:t>
            </a:r>
          </a:p>
          <a:p>
            <a:pPr marL="171450" indent="-171450">
              <a:buFont typeface="Wingdings" pitchFamily="2" charset="2"/>
              <a:buChar char="§"/>
            </a:pPr>
            <a:r>
              <a:rPr lang="en-GB" b="0">
                <a:latin typeface="PT Sans"/>
              </a:rPr>
              <a:t>Development of backend with </a:t>
            </a:r>
            <a:r>
              <a:rPr lang="en-GB" b="0" err="1">
                <a:latin typeface="PT Sans"/>
              </a:rPr>
              <a:t>NodeJs</a:t>
            </a:r>
            <a:r>
              <a:rPr lang="en-GB" b="0">
                <a:latin typeface="PT Sans"/>
              </a:rPr>
              <a:t> and a graph-based database and development of the frontend with Vue framework whilst using </a:t>
            </a:r>
            <a:r>
              <a:rPr lang="en-GB" b="0" err="1">
                <a:latin typeface="PT Sans"/>
              </a:rPr>
              <a:t>OpenAPI</a:t>
            </a:r>
            <a:r>
              <a:rPr lang="en-GB" b="0">
                <a:latin typeface="PT Sans"/>
              </a:rPr>
              <a:t> 3.0 standards. Jest (unit tests </a:t>
            </a:r>
            <a:r>
              <a:rPr lang="en-GB" b="0" err="1">
                <a:latin typeface="PT Sans"/>
              </a:rPr>
              <a:t>nodejs</a:t>
            </a:r>
            <a:r>
              <a:rPr lang="en-GB" b="0">
                <a:latin typeface="PT Sans"/>
              </a:rPr>
              <a:t>), </a:t>
            </a:r>
            <a:r>
              <a:rPr lang="en-GB" b="0" err="1">
                <a:latin typeface="PT Sans"/>
              </a:rPr>
              <a:t>Vitest</a:t>
            </a:r>
            <a:r>
              <a:rPr lang="en-GB" b="0">
                <a:latin typeface="PT Sans"/>
              </a:rPr>
              <a:t> (unit tests frontend) and Cypress (End-to-End) were implemented to avoid unexpected behaviour.</a:t>
            </a:r>
          </a:p>
          <a:p>
            <a:pPr marL="171450" indent="-171450">
              <a:buChar char="§"/>
            </a:pPr>
            <a:r>
              <a:rPr lang="en-GB" b="0">
                <a:latin typeface="PT Sans"/>
              </a:rPr>
              <a:t>Main responsible to create deployment files with a deployment using Docker and Kubernetes on an AWS infrastructure</a:t>
            </a:r>
          </a:p>
          <a:p>
            <a:r>
              <a:rPr lang="en-US">
                <a:latin typeface="PT Sans"/>
              </a:rPr>
              <a:t>Development of logistics management application</a:t>
            </a:r>
            <a:r>
              <a:rPr lang="de-DE">
                <a:latin typeface="PT Sans"/>
              </a:rPr>
              <a:t> with multiple </a:t>
            </a:r>
            <a:r>
              <a:rPr lang="de-DE" err="1">
                <a:latin typeface="PT Sans"/>
              </a:rPr>
              <a:t>pluggable</a:t>
            </a:r>
            <a:r>
              <a:rPr lang="de-DE">
                <a:latin typeface="PT Sans"/>
              </a:rPr>
              <a:t> </a:t>
            </a:r>
            <a:r>
              <a:rPr lang="de-DE" err="1">
                <a:latin typeface="PT Sans"/>
              </a:rPr>
              <a:t>modules</a:t>
            </a:r>
            <a:r>
              <a:rPr lang="de-DE">
                <a:latin typeface="PT Sans"/>
              </a:rPr>
              <a:t> – Software Engineer</a:t>
            </a:r>
            <a:endParaRPr lang="en-US"/>
          </a:p>
          <a:p>
            <a:pPr marL="171450" indent="-171450">
              <a:buFont typeface="Wingdings" pitchFamily="2" charset="2"/>
              <a:buChar char="§"/>
            </a:pPr>
            <a:r>
              <a:rPr lang="en-US" b="0">
                <a:latin typeface="PT Sans"/>
              </a:rPr>
              <a:t>Responsible for the development of cross project generic components in frontend using the Vue framework providing type security with Typescript.</a:t>
            </a:r>
            <a:endParaRPr lang="en-US"/>
          </a:p>
          <a:p>
            <a:pPr marL="171450" indent="-171450">
              <a:buFont typeface="Wingdings" pitchFamily="2" charset="2"/>
              <a:buChar char="§"/>
            </a:pPr>
            <a:r>
              <a:rPr lang="en-US" b="0">
                <a:latin typeface="PT Sans"/>
              </a:rPr>
              <a:t>Design and implemented a generic query service in java using the hibernate framework that is easily configurable for different use cases and databases.</a:t>
            </a:r>
            <a:endParaRPr lang="en-US" b="0"/>
          </a:p>
          <a:p>
            <a:pPr marL="171450" indent="-171450">
              <a:buFont typeface="Wingdings" pitchFamily="2" charset="2"/>
              <a:buChar char="§"/>
            </a:pPr>
            <a:r>
              <a:rPr lang="en-US" b="0">
                <a:latin typeface="PT Sans"/>
              </a:rPr>
              <a:t>Extended and maintained deployment files to adapt to new realities or add new modules. On-premise deployment with Docker and Kubernetes</a:t>
            </a:r>
            <a:endParaRPr lang="en-US" b="0"/>
          </a:p>
          <a:p>
            <a:pPr marL="171450" indent="-171450">
              <a:buFont typeface="Wingdings" pitchFamily="2" charset="2"/>
              <a:buChar char="§"/>
            </a:pPr>
            <a:r>
              <a:rPr lang="en-US" b="0">
                <a:latin typeface="PT Sans"/>
              </a:rPr>
              <a:t>Architected, planned and build an entire module during which he reviewed work from team members,  coordinated with different stakeholders and ensured to write an easily configurable architecture so that the module could be extended, customized and served to different customers.</a:t>
            </a:r>
            <a:endParaRPr lang="en-US" b="0"/>
          </a:p>
          <a:p>
            <a:r>
              <a:rPr lang="en-US">
                <a:latin typeface="PT Sans"/>
              </a:rPr>
              <a:t>Implementation of a note-taking application </a:t>
            </a:r>
            <a:r>
              <a:rPr lang="de-DE">
                <a:latin typeface="PT Sans"/>
              </a:rPr>
              <a:t> – Software Engineer</a:t>
            </a:r>
            <a:endParaRPr lang="en-US" b="0"/>
          </a:p>
          <a:p>
            <a:pPr marL="171450" indent="-171450">
              <a:buFont typeface="Wingdings" pitchFamily="2" charset="2"/>
              <a:buChar char="§"/>
            </a:pPr>
            <a:r>
              <a:rPr lang="de-DE" b="0">
                <a:latin typeface="PT Sans"/>
              </a:rPr>
              <a:t>Development </a:t>
            </a:r>
            <a:r>
              <a:rPr lang="de-DE" b="0" err="1">
                <a:latin typeface="PT Sans"/>
              </a:rPr>
              <a:t>of</a:t>
            </a:r>
            <a:r>
              <a:rPr lang="de-DE" b="0">
                <a:latin typeface="PT Sans"/>
              </a:rPr>
              <a:t> a </a:t>
            </a:r>
            <a:r>
              <a:rPr lang="de-DE" b="0" err="1">
                <a:latin typeface="PT Sans"/>
              </a:rPr>
              <a:t>cloud-based</a:t>
            </a:r>
            <a:r>
              <a:rPr lang="de-DE" b="0">
                <a:latin typeface="PT Sans"/>
              </a:rPr>
              <a:t> </a:t>
            </a:r>
            <a:r>
              <a:rPr lang="de-DE" b="0" err="1">
                <a:latin typeface="PT Sans"/>
              </a:rPr>
              <a:t>note-taking</a:t>
            </a:r>
            <a:r>
              <a:rPr lang="de-DE" b="0">
                <a:latin typeface="PT Sans"/>
              </a:rPr>
              <a:t> </a:t>
            </a:r>
            <a:r>
              <a:rPr lang="de-DE" b="0" err="1">
                <a:latin typeface="PT Sans"/>
              </a:rPr>
              <a:t>application</a:t>
            </a:r>
            <a:r>
              <a:rPr lang="de-DE" b="0">
                <a:latin typeface="PT Sans"/>
              </a:rPr>
              <a:t> </a:t>
            </a:r>
            <a:r>
              <a:rPr lang="de-DE" b="0" err="1">
                <a:latin typeface="PT Sans"/>
              </a:rPr>
              <a:t>implemented</a:t>
            </a:r>
            <a:r>
              <a:rPr lang="de-DE" b="0">
                <a:latin typeface="PT Sans"/>
              </a:rPr>
              <a:t> </a:t>
            </a:r>
            <a:r>
              <a:rPr lang="de-DE" b="0" err="1">
                <a:latin typeface="PT Sans"/>
              </a:rPr>
              <a:t>according</a:t>
            </a:r>
            <a:r>
              <a:rPr lang="de-DE" b="0">
                <a:latin typeface="PT Sans"/>
              </a:rPr>
              <a:t> to </a:t>
            </a:r>
            <a:r>
              <a:rPr lang="de-DE" b="0" err="1">
                <a:latin typeface="PT Sans"/>
              </a:rPr>
              <a:t>the</a:t>
            </a:r>
            <a:r>
              <a:rPr lang="de-DE" b="0">
                <a:latin typeface="PT Sans"/>
              </a:rPr>
              <a:t> </a:t>
            </a:r>
            <a:r>
              <a:rPr lang="de-DE" b="0" err="1">
                <a:latin typeface="PT Sans"/>
              </a:rPr>
              <a:t>socially</a:t>
            </a:r>
            <a:r>
              <a:rPr lang="de-DE" b="0">
                <a:latin typeface="PT Sans"/>
              </a:rPr>
              <a:t> </a:t>
            </a:r>
            <a:r>
              <a:rPr lang="de-DE" b="0" err="1">
                <a:latin typeface="PT Sans"/>
              </a:rPr>
              <a:t>linked</a:t>
            </a:r>
            <a:r>
              <a:rPr lang="de-DE" b="0">
                <a:latin typeface="PT Sans"/>
              </a:rPr>
              <a:t> </a:t>
            </a:r>
            <a:r>
              <a:rPr lang="de-DE" b="0" err="1">
                <a:latin typeface="PT Sans"/>
              </a:rPr>
              <a:t>specifications</a:t>
            </a:r>
            <a:r>
              <a:rPr lang="de-DE" b="0">
                <a:latin typeface="PT Sans"/>
              </a:rPr>
              <a:t> </a:t>
            </a:r>
            <a:r>
              <a:rPr lang="de-DE" b="0" err="1">
                <a:latin typeface="PT Sans"/>
              </a:rPr>
              <a:t>as</a:t>
            </a:r>
            <a:r>
              <a:rPr lang="de-DE" b="0">
                <a:latin typeface="PT Sans"/>
              </a:rPr>
              <a:t> </a:t>
            </a:r>
            <a:r>
              <a:rPr lang="de-DE" b="0" err="1">
                <a:latin typeface="PT Sans"/>
              </a:rPr>
              <a:t>published</a:t>
            </a:r>
            <a:r>
              <a:rPr lang="de-DE" b="0">
                <a:latin typeface="PT Sans"/>
              </a:rPr>
              <a:t> </a:t>
            </a:r>
            <a:r>
              <a:rPr lang="de-DE" b="0" err="1">
                <a:latin typeface="PT Sans"/>
              </a:rPr>
              <a:t>by</a:t>
            </a:r>
            <a:r>
              <a:rPr lang="de-DE" b="0">
                <a:latin typeface="PT Sans"/>
              </a:rPr>
              <a:t> </a:t>
            </a:r>
            <a:r>
              <a:rPr lang="de-DE" b="0" err="1">
                <a:latin typeface="PT Sans"/>
              </a:rPr>
              <a:t>the</a:t>
            </a:r>
            <a:r>
              <a:rPr lang="de-DE" b="0">
                <a:latin typeface="PT Sans"/>
              </a:rPr>
              <a:t> W3C. </a:t>
            </a:r>
            <a:endParaRPr lang="de-DE" b="0"/>
          </a:p>
          <a:p>
            <a:pPr marL="171450" indent="-171450">
              <a:buChar char="§"/>
            </a:pPr>
            <a:r>
              <a:rPr lang="de-DE" b="0">
                <a:latin typeface="PT Sans"/>
              </a:rPr>
              <a:t>Design </a:t>
            </a:r>
            <a:r>
              <a:rPr lang="de-DE" b="0" err="1">
                <a:latin typeface="PT Sans"/>
              </a:rPr>
              <a:t>of</a:t>
            </a:r>
            <a:r>
              <a:rPr lang="de-DE" b="0">
                <a:latin typeface="PT Sans"/>
              </a:rPr>
              <a:t> a </a:t>
            </a:r>
            <a:r>
              <a:rPr lang="de-DE" b="0" err="1">
                <a:latin typeface="PT Sans"/>
              </a:rPr>
              <a:t>note-taking</a:t>
            </a:r>
            <a:r>
              <a:rPr lang="de-DE" b="0">
                <a:latin typeface="PT Sans"/>
              </a:rPr>
              <a:t> </a:t>
            </a:r>
            <a:r>
              <a:rPr lang="de-DE" b="0" err="1">
                <a:latin typeface="PT Sans"/>
              </a:rPr>
              <a:t>ontology</a:t>
            </a:r>
            <a:r>
              <a:rPr lang="de-DE" b="0">
                <a:latin typeface="PT Sans"/>
              </a:rPr>
              <a:t> </a:t>
            </a:r>
            <a:r>
              <a:rPr lang="de-DE" b="0" err="1">
                <a:latin typeface="PT Sans"/>
              </a:rPr>
              <a:t>to</a:t>
            </a:r>
            <a:r>
              <a:rPr lang="de-DE" b="0">
                <a:latin typeface="PT Sans"/>
              </a:rPr>
              <a:t> </a:t>
            </a:r>
            <a:r>
              <a:rPr lang="de-DE" b="0" err="1">
                <a:latin typeface="PT Sans"/>
              </a:rPr>
              <a:t>ensure</a:t>
            </a:r>
            <a:r>
              <a:rPr lang="de-DE" b="0">
                <a:latin typeface="PT Sans"/>
              </a:rPr>
              <a:t> </a:t>
            </a:r>
            <a:r>
              <a:rPr lang="de-DE" b="0" err="1">
                <a:latin typeface="PT Sans"/>
              </a:rPr>
              <a:t>cross</a:t>
            </a:r>
            <a:r>
              <a:rPr lang="de-DE" b="0">
                <a:latin typeface="PT Sans"/>
              </a:rPr>
              <a:t>-solid-</a:t>
            </a:r>
            <a:r>
              <a:rPr lang="de-DE" b="0" err="1">
                <a:latin typeface="PT Sans"/>
              </a:rPr>
              <a:t>pod</a:t>
            </a:r>
            <a:r>
              <a:rPr lang="de-DE" b="0">
                <a:latin typeface="PT Sans"/>
              </a:rPr>
              <a:t> </a:t>
            </a:r>
            <a:r>
              <a:rPr lang="de-DE" b="0" err="1">
                <a:latin typeface="PT Sans"/>
              </a:rPr>
              <a:t>compatibility</a:t>
            </a:r>
            <a:r>
              <a:rPr lang="de-DE" b="0">
                <a:latin typeface="PT Sans"/>
              </a:rPr>
              <a:t> and </a:t>
            </a:r>
            <a:r>
              <a:rPr lang="de-DE" b="0" err="1">
                <a:latin typeface="PT Sans"/>
              </a:rPr>
              <a:t>stored</a:t>
            </a:r>
            <a:r>
              <a:rPr lang="de-DE" b="0">
                <a:latin typeface="PT Sans"/>
              </a:rPr>
              <a:t> </a:t>
            </a:r>
            <a:r>
              <a:rPr lang="de-DE" b="0" err="1">
                <a:latin typeface="PT Sans"/>
              </a:rPr>
              <a:t>user</a:t>
            </a:r>
            <a:r>
              <a:rPr lang="de-DE" b="0">
                <a:latin typeface="PT Sans"/>
              </a:rPr>
              <a:t> </a:t>
            </a:r>
            <a:r>
              <a:rPr lang="de-DE" b="0" err="1">
                <a:latin typeface="PT Sans"/>
              </a:rPr>
              <a:t>information</a:t>
            </a:r>
            <a:r>
              <a:rPr lang="de-DE" b="0">
                <a:latin typeface="PT Sans"/>
              </a:rPr>
              <a:t> </a:t>
            </a:r>
            <a:r>
              <a:rPr lang="de-DE" b="0" err="1">
                <a:latin typeface="PT Sans"/>
              </a:rPr>
              <a:t>as</a:t>
            </a:r>
            <a:r>
              <a:rPr lang="de-DE" b="0">
                <a:latin typeface="PT Sans"/>
              </a:rPr>
              <a:t> </a:t>
            </a:r>
            <a:r>
              <a:rPr lang="de-DE" b="0" err="1">
                <a:latin typeface="PT Sans"/>
              </a:rPr>
              <a:t>knowledge</a:t>
            </a:r>
            <a:r>
              <a:rPr lang="de-DE" b="0">
                <a:latin typeface="PT Sans"/>
              </a:rPr>
              <a:t> </a:t>
            </a:r>
            <a:r>
              <a:rPr lang="de-DE" b="0" err="1">
                <a:latin typeface="PT Sans"/>
              </a:rPr>
              <a:t>graphs</a:t>
            </a:r>
            <a:r>
              <a:rPr lang="de-DE" b="0">
                <a:latin typeface="PT Sans"/>
              </a:rPr>
              <a:t> in </a:t>
            </a:r>
            <a:r>
              <a:rPr lang="de-DE" b="0" err="1">
                <a:latin typeface="PT Sans"/>
              </a:rPr>
              <a:t>their</a:t>
            </a:r>
            <a:r>
              <a:rPr lang="de-DE" b="0">
                <a:latin typeface="PT Sans"/>
              </a:rPr>
              <a:t> </a:t>
            </a:r>
            <a:r>
              <a:rPr lang="de-DE" b="0" err="1">
                <a:latin typeface="PT Sans"/>
              </a:rPr>
              <a:t>respective</a:t>
            </a:r>
            <a:r>
              <a:rPr lang="de-DE" b="0">
                <a:latin typeface="PT Sans"/>
              </a:rPr>
              <a:t> solid </a:t>
            </a:r>
            <a:r>
              <a:rPr lang="de-DE" b="0" err="1">
                <a:latin typeface="PT Sans"/>
              </a:rPr>
              <a:t>pods</a:t>
            </a:r>
            <a:r>
              <a:rPr lang="de-DE" b="0">
                <a:latin typeface="PT Sans"/>
              </a:rPr>
              <a:t>. </a:t>
            </a:r>
            <a:endParaRPr lang="de-DE" b="0"/>
          </a:p>
        </p:txBody>
      </p:sp>
      <p:sp>
        <p:nvSpPr>
          <p:cNvPr id="17" name="phoneText">
            <a:extLst>
              <a:ext uri="{FF2B5EF4-FFF2-40B4-BE49-F238E27FC236}">
                <a16:creationId xmlns:a16="http://schemas.microsoft.com/office/drawing/2014/main" id="{18DB99BF-AA40-984F-B0CB-CCF72B9D4806}"/>
              </a:ext>
            </a:extLst>
          </p:cNvPr>
          <p:cNvSpPr>
            <a:spLocks noGrp="1"/>
          </p:cNvSpPr>
          <p:nvPr>
            <p:ph type="body" sz="quarter" idx="23"/>
          </p:nvPr>
        </p:nvSpPr>
        <p:spPr/>
        <p:txBody>
          <a:bodyPr lIns="91440" tIns="45720" rIns="91440" bIns="45720" anchor="t"/>
          <a:lstStyle/>
          <a:p>
            <a:r>
              <a:rPr lang="de-DE" err="1">
                <a:latin typeface="PT Sans"/>
              </a:rPr>
              <a:t>n.a</a:t>
            </a:r>
            <a:r>
              <a:rPr lang="de-DE">
                <a:latin typeface="PT Sans"/>
              </a:rPr>
              <a:t>.</a:t>
            </a:r>
          </a:p>
        </p:txBody>
      </p:sp>
      <p:sp>
        <p:nvSpPr>
          <p:cNvPr id="18" name="emailText">
            <a:extLst>
              <a:ext uri="{FF2B5EF4-FFF2-40B4-BE49-F238E27FC236}">
                <a16:creationId xmlns:a16="http://schemas.microsoft.com/office/drawing/2014/main" id="{BEE91886-3F12-4140-B909-8B0CE373F58D}"/>
              </a:ext>
            </a:extLst>
          </p:cNvPr>
          <p:cNvSpPr>
            <a:spLocks noGrp="1"/>
          </p:cNvSpPr>
          <p:nvPr>
            <p:ph type="body" sz="quarter" idx="24"/>
          </p:nvPr>
        </p:nvSpPr>
        <p:spPr/>
        <p:txBody>
          <a:bodyPr lIns="91440" tIns="45720" rIns="91440" bIns="45720" anchor="t"/>
          <a:lstStyle/>
          <a:p>
            <a:r>
              <a:rPr lang="de-DE" err="1">
                <a:latin typeface="PT Sans"/>
              </a:rPr>
              <a:t>n.a</a:t>
            </a:r>
            <a:r>
              <a:rPr lang="de-DE">
                <a:latin typeface="PT Sans"/>
              </a:rPr>
              <a:t>. </a:t>
            </a:r>
            <a:endParaRPr lang="en-DE"/>
          </a:p>
        </p:txBody>
      </p:sp>
      <p:sp>
        <p:nvSpPr>
          <p:cNvPr id="16" name="RoleText">
            <a:extLst>
              <a:ext uri="{FF2B5EF4-FFF2-40B4-BE49-F238E27FC236}">
                <a16:creationId xmlns:a16="http://schemas.microsoft.com/office/drawing/2014/main" id="{C7564505-48C6-A840-812D-73E45184214C}"/>
              </a:ext>
            </a:extLst>
          </p:cNvPr>
          <p:cNvSpPr>
            <a:spLocks noGrp="1"/>
          </p:cNvSpPr>
          <p:nvPr>
            <p:ph type="body" sz="quarter" idx="20"/>
          </p:nvPr>
        </p:nvSpPr>
        <p:spPr/>
        <p:txBody>
          <a:bodyPr lIns="91440" tIns="45720" rIns="91440" bIns="45720" anchor="t"/>
          <a:lstStyle/>
          <a:p>
            <a:r>
              <a:rPr lang="de-DE">
                <a:latin typeface="PT Sans"/>
              </a:rPr>
              <a:t>Software Engineer</a:t>
            </a:r>
            <a:endParaRPr lang="en-DE">
              <a:latin typeface="PT Sans"/>
            </a:endParaRPr>
          </a:p>
        </p:txBody>
      </p:sp>
      <p:sp>
        <p:nvSpPr>
          <p:cNvPr id="15" name="NameText">
            <a:extLst>
              <a:ext uri="{FF2B5EF4-FFF2-40B4-BE49-F238E27FC236}">
                <a16:creationId xmlns:a16="http://schemas.microsoft.com/office/drawing/2014/main" id="{6A336D11-B3C9-8445-A252-C67899FD3680}"/>
              </a:ext>
            </a:extLst>
          </p:cNvPr>
          <p:cNvSpPr>
            <a:spLocks noGrp="1"/>
          </p:cNvSpPr>
          <p:nvPr>
            <p:ph type="body" sz="quarter" idx="19"/>
          </p:nvPr>
        </p:nvSpPr>
        <p:spPr/>
        <p:txBody>
          <a:bodyPr lIns="91440" tIns="45720" rIns="91440" bIns="45720" anchor="t"/>
          <a:lstStyle/>
          <a:p>
            <a:endParaRPr lang="en-US" b="0">
              <a:cs typeface="Arial"/>
            </a:endParaRPr>
          </a:p>
        </p:txBody>
      </p:sp>
      <p:sp>
        <p:nvSpPr>
          <p:cNvPr id="19" name="ProfessionalBackgroundText">
            <a:extLst>
              <a:ext uri="{FF2B5EF4-FFF2-40B4-BE49-F238E27FC236}">
                <a16:creationId xmlns:a16="http://schemas.microsoft.com/office/drawing/2014/main" id="{446AE596-B2E1-D14B-8DAF-0026EE16AB51}"/>
              </a:ext>
            </a:extLst>
          </p:cNvPr>
          <p:cNvSpPr>
            <a:spLocks noGrp="1"/>
          </p:cNvSpPr>
          <p:nvPr>
            <p:ph type="body" sz="quarter" idx="25"/>
          </p:nvPr>
        </p:nvSpPr>
        <p:spPr>
          <a:xfrm>
            <a:off x="438150" y="3381132"/>
            <a:ext cx="3286125" cy="2821572"/>
          </a:xfrm>
        </p:spPr>
        <p:txBody>
          <a:bodyPr lIns="0" tIns="45720" rIns="91440" bIns="45720" anchor="t"/>
          <a:lstStyle/>
          <a:p>
            <a:pPr algn="just"/>
            <a:r>
              <a:rPr lang="en-GB">
                <a:latin typeface="PT Sans"/>
                <a:cs typeface="Arial"/>
              </a:rPr>
              <a:t>He is an experienced software Engineer with several years of experience in java, python and  </a:t>
            </a:r>
            <a:r>
              <a:rPr lang="en-GB" err="1">
                <a:latin typeface="PT Sans"/>
                <a:cs typeface="Arial"/>
              </a:rPr>
              <a:t>javascript</a:t>
            </a:r>
            <a:r>
              <a:rPr lang="en-GB">
                <a:latin typeface="PT Sans"/>
                <a:cs typeface="Arial"/>
              </a:rPr>
              <a:t> / typescript.</a:t>
            </a:r>
            <a:endParaRPr lang="en-US">
              <a:latin typeface="PT Sans"/>
              <a:cs typeface="Arial"/>
            </a:endParaRPr>
          </a:p>
          <a:p>
            <a:pPr algn="just"/>
            <a:r>
              <a:rPr lang="en-GB">
                <a:latin typeface="PT Sans"/>
                <a:cs typeface="Arial"/>
              </a:rPr>
              <a:t>Over the years, he worked with several teams that applied extensive code reviews, exclusively worked with teams that used Git, wrote git-hooks, performed many Rollbacks, rebases and automated merge-processes wherever possible.</a:t>
            </a:r>
          </a:p>
          <a:p>
            <a:pPr algn="just"/>
            <a:r>
              <a:rPr lang="en-GB">
                <a:latin typeface="PT Sans"/>
                <a:cs typeface="Arial"/>
              </a:rPr>
              <a:t>In different teams he has worked with several code quality tools/suits (e.g., SonarQube, </a:t>
            </a:r>
            <a:r>
              <a:rPr lang="en-GB" err="1">
                <a:latin typeface="PT Sans"/>
                <a:cs typeface="Arial"/>
              </a:rPr>
              <a:t>DeepScan</a:t>
            </a:r>
            <a:r>
              <a:rPr lang="en-GB">
                <a:latin typeface="PT Sans"/>
                <a:cs typeface="Arial"/>
              </a:rPr>
              <a:t>, </a:t>
            </a:r>
            <a:r>
              <a:rPr lang="en-GB" err="1">
                <a:latin typeface="PT Sans"/>
                <a:cs typeface="Arial"/>
              </a:rPr>
              <a:t>Eslint</a:t>
            </a:r>
            <a:r>
              <a:rPr lang="en-GB">
                <a:latin typeface="PT Sans"/>
                <a:cs typeface="Arial"/>
              </a:rPr>
              <a:t>), including them in DevOps pipelines using Quality Gates to ensure code quality but also test coverage.</a:t>
            </a:r>
          </a:p>
          <a:p>
            <a:pPr algn="just"/>
            <a:r>
              <a:rPr lang="en-GB">
                <a:latin typeface="PT Sans"/>
                <a:cs typeface="Arial"/>
              </a:rPr>
              <a:t>Clean code and clean architecture are concepts that he feels very strongly about and tries to implement daily. </a:t>
            </a:r>
          </a:p>
          <a:p>
            <a:pPr algn="just"/>
            <a:r>
              <a:rPr lang="en-GB">
                <a:latin typeface="PT Sans"/>
                <a:cs typeface="Arial"/>
              </a:rPr>
              <a:t>In his role as a software engineer and a professional coder, he strongly represents the development stakeholder in the planning process using management language to ensure qualitative and flexible software.</a:t>
            </a:r>
          </a:p>
          <a:p>
            <a:pPr algn="just"/>
            <a:endParaRPr lang="en-GB">
              <a:latin typeface="PT Sans"/>
              <a:cs typeface="Arial"/>
            </a:endParaRPr>
          </a:p>
          <a:p>
            <a:pPr algn="just"/>
            <a:endParaRPr lang="en-US">
              <a:latin typeface="PT Sans"/>
              <a:cs typeface="Arial"/>
            </a:endParaRPr>
          </a:p>
          <a:p>
            <a:pPr algn="just"/>
            <a:endParaRPr lang="en-DE">
              <a:latin typeface="PT Sans"/>
              <a:cs typeface="Arial"/>
            </a:endParaRPr>
          </a:p>
        </p:txBody>
      </p:sp>
      <p:sp>
        <p:nvSpPr>
          <p:cNvPr id="30" name="Text Placeholder 29">
            <a:extLst>
              <a:ext uri="{FF2B5EF4-FFF2-40B4-BE49-F238E27FC236}">
                <a16:creationId xmlns:a16="http://schemas.microsoft.com/office/drawing/2014/main" id="{6353B695-D861-7F42-8935-FD835717737C}"/>
              </a:ext>
            </a:extLst>
          </p:cNvPr>
          <p:cNvSpPr>
            <a:spLocks noGrp="1"/>
          </p:cNvSpPr>
          <p:nvPr>
            <p:ph type="body" sz="quarter" idx="26"/>
          </p:nvPr>
        </p:nvSpPr>
        <p:spPr/>
        <p:txBody>
          <a:bodyPr/>
          <a:lstStyle/>
          <a:p>
            <a:endParaRPr lang="en-DE"/>
          </a:p>
        </p:txBody>
      </p:sp>
      <p:sp>
        <p:nvSpPr>
          <p:cNvPr id="11" name="FunctionExpertiseText">
            <a:extLst>
              <a:ext uri="{FF2B5EF4-FFF2-40B4-BE49-F238E27FC236}">
                <a16:creationId xmlns:a16="http://schemas.microsoft.com/office/drawing/2014/main" id="{C4BBBD2B-07C4-354B-9BD1-93E0B29CF39F}"/>
              </a:ext>
            </a:extLst>
          </p:cNvPr>
          <p:cNvSpPr>
            <a:spLocks noGrp="1"/>
          </p:cNvSpPr>
          <p:nvPr>
            <p:ph type="body" sz="quarter" idx="11"/>
          </p:nvPr>
        </p:nvSpPr>
        <p:spPr>
          <a:prstGeom prst="rect">
            <a:avLst/>
          </a:prstGeom>
        </p:spPr>
        <p:txBody>
          <a:bodyPr lIns="0" tIns="45720" rIns="91440" bIns="45720" anchor="t"/>
          <a:lstStyle/>
          <a:p>
            <a:pPr>
              <a:spcBef>
                <a:spcPts val="100"/>
              </a:spcBef>
            </a:pPr>
            <a:r>
              <a:rPr lang="de-DE">
                <a:latin typeface="PT Sans"/>
              </a:rPr>
              <a:t>Knowledge Graphs (Neo4j, </a:t>
            </a:r>
            <a:r>
              <a:rPr lang="de-DE" err="1">
                <a:latin typeface="PT Sans"/>
              </a:rPr>
              <a:t>Socially</a:t>
            </a:r>
            <a:r>
              <a:rPr lang="de-DE">
                <a:latin typeface="PT Sans"/>
              </a:rPr>
              <a:t> </a:t>
            </a:r>
            <a:r>
              <a:rPr lang="de-DE" err="1">
                <a:latin typeface="PT Sans"/>
              </a:rPr>
              <a:t>Linked</a:t>
            </a:r>
            <a:r>
              <a:rPr lang="de-DE">
                <a:latin typeface="PT Sans"/>
              </a:rPr>
              <a:t> Data, RDF, OWL)</a:t>
            </a:r>
            <a:endParaRPr lang="en-US"/>
          </a:p>
          <a:p>
            <a:pPr>
              <a:spcBef>
                <a:spcPts val="100"/>
              </a:spcBef>
            </a:pPr>
            <a:r>
              <a:rPr lang="de-DE">
                <a:latin typeface="PT Sans"/>
              </a:rPr>
              <a:t>Software Engineering (Open API, Java, JavaScript, Python, Rust)</a:t>
            </a:r>
          </a:p>
          <a:p>
            <a:pPr>
              <a:spcBef>
                <a:spcPts val="100"/>
              </a:spcBef>
            </a:pPr>
            <a:r>
              <a:rPr lang="de-DE" err="1">
                <a:latin typeface="PT Sans"/>
              </a:rPr>
              <a:t>Javascript</a:t>
            </a:r>
            <a:r>
              <a:rPr lang="de-DE">
                <a:latin typeface="PT Sans"/>
              </a:rPr>
              <a:t> (Vue, </a:t>
            </a:r>
            <a:r>
              <a:rPr lang="de-DE" err="1">
                <a:latin typeface="PT Sans"/>
              </a:rPr>
              <a:t>TypeScript</a:t>
            </a:r>
            <a:r>
              <a:rPr lang="de-DE">
                <a:latin typeface="PT Sans"/>
              </a:rPr>
              <a:t>, Angular, PWA, </a:t>
            </a:r>
            <a:r>
              <a:rPr lang="de-DE" err="1">
                <a:latin typeface="PT Sans"/>
              </a:rPr>
              <a:t>NodeJs</a:t>
            </a:r>
            <a:r>
              <a:rPr lang="de-DE">
                <a:latin typeface="PT Sans"/>
              </a:rPr>
              <a:t>, </a:t>
            </a:r>
            <a:r>
              <a:rPr lang="de-DE" err="1">
                <a:latin typeface="PT Sans"/>
              </a:rPr>
              <a:t>React</a:t>
            </a:r>
            <a:r>
              <a:rPr lang="de-DE">
                <a:latin typeface="PT Sans"/>
              </a:rPr>
              <a:t>, </a:t>
            </a:r>
            <a:r>
              <a:rPr lang="de-DE" err="1">
                <a:latin typeface="PT Sans"/>
              </a:rPr>
              <a:t>GraphDB</a:t>
            </a:r>
            <a:r>
              <a:rPr lang="de-DE">
                <a:latin typeface="PT Sans"/>
              </a:rPr>
              <a:t>)</a:t>
            </a:r>
          </a:p>
          <a:p>
            <a:pPr>
              <a:spcBef>
                <a:spcPts val="100"/>
              </a:spcBef>
            </a:pPr>
            <a:r>
              <a:rPr lang="de-DE">
                <a:latin typeface="PT Sans"/>
              </a:rPr>
              <a:t>Java (Hibernate, JPA, Spring Boot, Spring Security)</a:t>
            </a:r>
          </a:p>
          <a:p>
            <a:pPr>
              <a:spcBef>
                <a:spcPts val="100"/>
              </a:spcBef>
            </a:pPr>
            <a:r>
              <a:rPr lang="de-DE" err="1">
                <a:latin typeface="PT Sans"/>
              </a:rPr>
              <a:t>DevOps</a:t>
            </a:r>
            <a:r>
              <a:rPr lang="de-DE">
                <a:latin typeface="PT Sans"/>
              </a:rPr>
              <a:t> (</a:t>
            </a:r>
            <a:r>
              <a:rPr lang="de-DE" err="1">
                <a:latin typeface="PT Sans"/>
              </a:rPr>
              <a:t>Git</a:t>
            </a:r>
            <a:r>
              <a:rPr lang="de-DE">
                <a:latin typeface="PT Sans"/>
              </a:rPr>
              <a:t>, </a:t>
            </a:r>
            <a:r>
              <a:rPr lang="de-DE" err="1">
                <a:latin typeface="PT Sans"/>
              </a:rPr>
              <a:t>GitLab</a:t>
            </a:r>
            <a:r>
              <a:rPr lang="de-DE">
                <a:latin typeface="PT Sans"/>
              </a:rPr>
              <a:t>, GitHub, </a:t>
            </a:r>
            <a:r>
              <a:rPr lang="de-DE" err="1">
                <a:latin typeface="PT Sans"/>
              </a:rPr>
              <a:t>Ansible</a:t>
            </a:r>
            <a:r>
              <a:rPr lang="de-DE">
                <a:latin typeface="PT Sans"/>
              </a:rPr>
              <a:t>, </a:t>
            </a:r>
            <a:r>
              <a:rPr lang="de-DE" err="1">
                <a:latin typeface="PT Sans"/>
              </a:rPr>
              <a:t>Kubernetes</a:t>
            </a:r>
            <a:r>
              <a:rPr lang="de-DE">
                <a:latin typeface="PT Sans"/>
              </a:rPr>
              <a:t>, Maven, </a:t>
            </a:r>
            <a:r>
              <a:rPr lang="de-DE" err="1">
                <a:latin typeface="PT Sans"/>
              </a:rPr>
              <a:t>SonarQube</a:t>
            </a:r>
            <a:r>
              <a:rPr lang="de-DE">
                <a:latin typeface="PT Sans"/>
              </a:rPr>
              <a:t>, Docker)</a:t>
            </a:r>
          </a:p>
          <a:p>
            <a:pPr>
              <a:spcBef>
                <a:spcPts val="100"/>
              </a:spcBef>
            </a:pPr>
            <a:r>
              <a:rPr lang="de-DE">
                <a:latin typeface="PT Sans"/>
              </a:rPr>
              <a:t>Cloud (Azure, AWS, Terraform, Digital Ocean)</a:t>
            </a:r>
          </a:p>
          <a:p>
            <a:pPr>
              <a:spcBef>
                <a:spcPts val="100"/>
              </a:spcBef>
            </a:pPr>
            <a:r>
              <a:rPr lang="de-DE">
                <a:latin typeface="PT Sans"/>
              </a:rPr>
              <a:t>English (C2 – IELTS) and German (C1 - TELC)</a:t>
            </a:r>
          </a:p>
        </p:txBody>
      </p:sp>
      <p:sp>
        <p:nvSpPr>
          <p:cNvPr id="13" name="IndustryExpertiseText">
            <a:extLst>
              <a:ext uri="{FF2B5EF4-FFF2-40B4-BE49-F238E27FC236}">
                <a16:creationId xmlns:a16="http://schemas.microsoft.com/office/drawing/2014/main" id="{AFC50E25-7D7B-0E4C-A0B8-80971988B58B}"/>
              </a:ext>
            </a:extLst>
          </p:cNvPr>
          <p:cNvSpPr>
            <a:spLocks noGrp="1"/>
          </p:cNvSpPr>
          <p:nvPr>
            <p:ph type="body" sz="quarter" idx="17"/>
          </p:nvPr>
        </p:nvSpPr>
        <p:spPr>
          <a:prstGeom prst="rect">
            <a:avLst/>
          </a:prstGeom>
        </p:spPr>
        <p:txBody>
          <a:bodyPr lIns="0" tIns="45720" rIns="91440" bIns="45720" anchor="t"/>
          <a:lstStyle/>
          <a:p>
            <a:pPr fontAlgn="base">
              <a:spcBef>
                <a:spcPts val="100"/>
              </a:spcBef>
            </a:pPr>
            <a:r>
              <a:rPr lang="en-US">
                <a:latin typeface="PT Sans"/>
              </a:rPr>
              <a:t>Insurance</a:t>
            </a:r>
            <a:endParaRPr lang="en-US"/>
          </a:p>
          <a:p>
            <a:pPr>
              <a:spcBef>
                <a:spcPts val="100"/>
              </a:spcBef>
            </a:pPr>
            <a:r>
              <a:rPr lang="en-US">
                <a:latin typeface="PT Sans"/>
              </a:rPr>
              <a:t>Financial Services </a:t>
            </a:r>
            <a:endParaRPr lang="en-US"/>
          </a:p>
          <a:p>
            <a:pPr>
              <a:spcBef>
                <a:spcPts val="100"/>
              </a:spcBef>
            </a:pPr>
            <a:r>
              <a:rPr lang="en-US">
                <a:latin typeface="PT Sans"/>
              </a:rPr>
              <a:t>Human Resources</a:t>
            </a:r>
            <a:endParaRPr lang="en-US"/>
          </a:p>
          <a:p>
            <a:pPr marL="0" indent="0" fontAlgn="base">
              <a:spcBef>
                <a:spcPts val="100"/>
              </a:spcBef>
              <a:buNone/>
            </a:pPr>
            <a:endParaRPr lang="de-DE"/>
          </a:p>
        </p:txBody>
      </p:sp>
      <p:pic>
        <p:nvPicPr>
          <p:cNvPr id="4" name="ProfilePicture">
            <a:extLst>
              <a:ext uri="{FF2B5EF4-FFF2-40B4-BE49-F238E27FC236}">
                <a16:creationId xmlns:a16="http://schemas.microsoft.com/office/drawing/2014/main" id="{EDC0E935-7D1C-12F6-6A9E-F6315BFE17FC}"/>
              </a:ext>
            </a:extLst>
          </p:cNvPr>
          <p:cNvPicPr>
            <a:picLocks noGrp="1" noChangeAspect="1"/>
          </p:cNvPicPr>
          <p:nvPr>
            <p:ph type="pic" sz="quarter" idx="18"/>
          </p:nvPr>
        </p:nvPicPr>
        <p:blipFill rotWithShape="1">
          <a:blip r:embed="rId3"/>
          <a:srcRect t="316" b="316"/>
          <a:stretch/>
        </p:blipFill>
        <p:spPr/>
      </p:pic>
    </p:spTree>
    <p:extLst>
      <p:ext uri="{BB962C8B-B14F-4D97-AF65-F5344CB8AC3E}">
        <p14:creationId xmlns:p14="http://schemas.microsoft.com/office/powerpoint/2010/main" val="17209359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28295&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3&quot;&gt;&lt;elem m_fUsage=&quot;1.81000000000000005329E+00&quot;&gt;&lt;m_msothmcolidx val=&quot;0&quot;/&gt;&lt;m_rgb r=&quot;9F&quot; g=&quot;D8&quot; b=&quot;0E&quot;/&gt;&lt;/elem&gt;&lt;elem m_fUsage=&quot;9.00000000000000022204E-01&quot;&gt;&lt;m_msothmcolidx val=&quot;0&quot;/&gt;&lt;m_rgb r=&quot;CD&quot; g=&quot;CD&quot; b=&quot;CD&quot;/&gt;&lt;/elem&gt;&lt;elem m_fUsage=&quot;7.29000000000000092371E-01&quot;&gt;&lt;m_msothmcolidx val=&quot;0&quot;/&gt;&lt;m_rgb r=&quot;6D&quot; g=&quot;E2&quot; b=&quot;4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b7mCijiSpW4PZl01j9QE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S7Kr2SfJSy2G5o8HW8Stt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Xjnc32sApkGaofdKPb4DI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JVgDYWR8ESS69kfvA1m2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S7Kr2SfJSy2G5o8HW8Stt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Xjnc32sApkGaofdKPb4DI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XJVgDYWR8ESS69kfvA1m2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S7Kr2SfJSy2G5o8HW8Stt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Xjnc32sApkGaofdKPb4DI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XJVgDYWR8ESS69kfvA1m2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S7Kr2SfJSy2G5o8HW8Stt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Xjnc32sApkGaofdKPb4DI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XJVgDYWR8ESS69kfvA1m2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dcAuxz9wkCU.48PVYilGw"/>
</p:tagLst>
</file>

<file path=ppt/theme/theme1.xml><?xml version="1.0" encoding="utf-8"?>
<a:theme xmlns:a="http://schemas.openxmlformats.org/drawingml/2006/main" name="Master">
  <a:themeElements>
    <a:clrScheme name="ML Reply 1">
      <a:dk1>
        <a:srgbClr val="252625"/>
      </a:dk1>
      <a:lt1>
        <a:srgbClr val="FFFFFF"/>
      </a:lt1>
      <a:dk2>
        <a:srgbClr val="323556"/>
      </a:dk2>
      <a:lt2>
        <a:srgbClr val="C9C9E0"/>
      </a:lt2>
      <a:accent1>
        <a:srgbClr val="8B8DA8"/>
      </a:accent1>
      <a:accent2>
        <a:srgbClr val="919191"/>
      </a:accent2>
      <a:accent3>
        <a:srgbClr val="515373"/>
      </a:accent3>
      <a:accent4>
        <a:srgbClr val="3A3838"/>
      </a:accent4>
      <a:accent5>
        <a:srgbClr val="AEABAB"/>
      </a:accent5>
      <a:accent6>
        <a:srgbClr val="323555"/>
      </a:accent6>
      <a:hlink>
        <a:srgbClr val="252625"/>
      </a:hlink>
      <a:folHlink>
        <a:srgbClr val="32355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0DA48F075C5B4A97888B7494D83B0A" ma:contentTypeVersion="17" ma:contentTypeDescription="Create a new document." ma:contentTypeScope="" ma:versionID="f9f7894fae7260aa58ad200d2d355cca">
  <xsd:schema xmlns:xsd="http://www.w3.org/2001/XMLSchema" xmlns:xs="http://www.w3.org/2001/XMLSchema" xmlns:p="http://schemas.microsoft.com/office/2006/metadata/properties" xmlns:ns2="3ed6e455-ac74-4dac-a85f-281444f13a89" xmlns:ns3="93dfb1fd-9939-48e8-b7f9-906c8dec5f83" targetNamespace="http://schemas.microsoft.com/office/2006/metadata/properties" ma:root="true" ma:fieldsID="96af336797c6b0f4e80653d82f7e21c7" ns2:_="" ns3:_="">
    <xsd:import namespace="3ed6e455-ac74-4dac-a85f-281444f13a89"/>
    <xsd:import namespace="93dfb1fd-9939-48e8-b7f9-906c8dec5f8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d6e455-ac74-4dac-a85f-281444f13a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a14d781-0189-441e-87ef-c208f41383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dfb1fd-9939-48e8-b7f9-906c8dec5f8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fae4711-15c2-4032-ae7d-782264aaa624}" ma:internalName="TaxCatchAll" ma:showField="CatchAllData" ma:web="93dfb1fd-9939-48e8-b7f9-906c8dec5f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ed6e455-ac74-4dac-a85f-281444f13a89">
      <Terms xmlns="http://schemas.microsoft.com/office/infopath/2007/PartnerControls"/>
    </lcf76f155ced4ddcb4097134ff3c332f>
    <TaxCatchAll xmlns="93dfb1fd-9939-48e8-b7f9-906c8dec5f83" xsi:nil="true"/>
  </documentManagement>
</p:properties>
</file>

<file path=customXml/itemProps1.xml><?xml version="1.0" encoding="utf-8"?>
<ds:datastoreItem xmlns:ds="http://schemas.openxmlformats.org/officeDocument/2006/customXml" ds:itemID="{99C0829F-ABE3-42F2-B5A4-A4D6E692BB26}">
  <ds:schemaRefs>
    <ds:schemaRef ds:uri="3ed6e455-ac74-4dac-a85f-281444f13a89"/>
    <ds:schemaRef ds:uri="93dfb1fd-9939-48e8-b7f9-906c8dec5f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E225052-F2B8-49FC-A412-5D27ABF2318D}">
  <ds:schemaRefs>
    <ds:schemaRef ds:uri="http://schemas.microsoft.com/sharepoint/v3/contenttype/forms"/>
  </ds:schemaRefs>
</ds:datastoreItem>
</file>

<file path=customXml/itemProps3.xml><?xml version="1.0" encoding="utf-8"?>
<ds:datastoreItem xmlns:ds="http://schemas.openxmlformats.org/officeDocument/2006/customXml" ds:itemID="{E7C53C13-48C7-4544-93BF-9003A9BB3E88}">
  <ds:schemaRefs>
    <ds:schemaRef ds:uri="3ed6e455-ac74-4dac-a85f-281444f13a89"/>
    <ds:schemaRef ds:uri="93dfb1fd-9939-48e8-b7f9-906c8dec5f8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542</Words>
  <Application>Microsoft Office PowerPoint</Application>
  <PresentationFormat>Widescreen</PresentationFormat>
  <Paragraphs>32</Paragraphs>
  <Slides>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0" baseType="lpstr">
      <vt:lpstr>Arial</vt:lpstr>
      <vt:lpstr>Arial Black</vt:lpstr>
      <vt:lpstr>Calibri</vt:lpstr>
      <vt:lpstr>PT Sans</vt:lpstr>
      <vt:lpstr>PT Sans Caption</vt:lpstr>
      <vt:lpstr>PT Sans Narrow</vt:lpstr>
      <vt:lpstr>Wingdings</vt:lpstr>
      <vt:lpstr>Master</vt:lpstr>
      <vt:lpstr>think-cell Folie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Filippo Di Giovanni</dc:creator>
  <cp:lastModifiedBy>Maurits De Roover</cp:lastModifiedBy>
  <cp:revision>3</cp:revision>
  <dcterms:created xsi:type="dcterms:W3CDTF">2017-04-28T20:36:13Z</dcterms:created>
  <dcterms:modified xsi:type="dcterms:W3CDTF">2025-02-15T07:31:04Z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0x010100C40DA48F075C5B4A97888B7494D83B0A</vt:lpwstr>
  </property>
  <property fmtid="{D5CDD505-2E9C-101B-9397-08002B2CF9AE}" pid="3" name="AuthorIds_UIVersion_512">
    <vt:lpwstr>6</vt:lpwstr>
  </property>
  <property fmtid="{D5CDD505-2E9C-101B-9397-08002B2CF9AE}" pid="4" name="MediaServiceImageTags">
    <vt:lpwstr/>
  </property>
</Properties>
</file>