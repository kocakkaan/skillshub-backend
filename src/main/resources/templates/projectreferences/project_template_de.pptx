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notesMasterIdLst>
    <p:notesMasterId r:id="rId6"/>
  </p:notesMasterIdLst>
  <p:handoutMasterIdLst>
    <p:handoutMasterId r:id="rId7"/>
  </p:handoutMasterIdLst>
  <p:sldIdLst>
    <p:sldId id="275" r:id="rId5"/>
  </p:sldIdLst>
  <p:sldSz cx="12192000" cy="6858000"/>
  <p:notesSz cx="6858000" cy="9144000"/>
  <p:custDataLst>
    <p:tags r:id="rId8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7" userDrawn="1">
          <p15:clr>
            <a:srgbClr val="A4A3A4"/>
          </p15:clr>
        </p15:guide>
        <p15:guide id="2" pos="19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B394CB5-2D2F-ACCB-DE02-FE54B343AEB8}" name="Henryk Borzymowski" initials="HB" userId="S::h.borzymowski@reply.de::984477be-26c8-4e5a-9d06-d6f9dec95ae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eschke Robert" initials="JR" lastIdx="2" clrIdx="0">
    <p:extLst>
      <p:ext uri="{19B8F6BF-5375-455C-9EA6-DF929625EA0E}">
        <p15:presenceInfo xmlns:p15="http://schemas.microsoft.com/office/powerpoint/2012/main" userId="S::r.jaeschke@reply.de::39d8a4b2-d733-4433-988e-492bfaa0cdc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3455"/>
    <a:srgbClr val="505272"/>
    <a:srgbClr val="8D8EA9"/>
    <a:srgbClr val="CCCDD8"/>
    <a:srgbClr val="505273"/>
    <a:srgbClr val="4E4E86"/>
    <a:srgbClr val="7076AC"/>
    <a:srgbClr val="B0B4DD"/>
    <a:srgbClr val="B1B2C4"/>
    <a:srgbClr val="878B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78"/>
    <p:restoredTop sz="94720"/>
  </p:normalViewPr>
  <p:slideViewPr>
    <p:cSldViewPr snapToGrid="0">
      <p:cViewPr varScale="1">
        <p:scale>
          <a:sx n="67" d="100"/>
          <a:sy n="67" d="100"/>
        </p:scale>
        <p:origin x="928" y="44"/>
      </p:cViewPr>
      <p:guideLst>
        <p:guide orient="horz" pos="1797"/>
        <p:guide pos="1980"/>
      </p:guideLst>
    </p:cSldViewPr>
  </p:slideViewPr>
  <p:notesTextViewPr>
    <p:cViewPr>
      <p:scale>
        <a:sx n="400" d="100"/>
        <a:sy n="40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6C3EA9E-6BDC-4A79-AFF7-99C44CB824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7F4F1B-A484-48CA-949E-C54FAD24AC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440642-083C-45F1-96AE-6C40D1428CD6}" type="datetimeFigureOut">
              <a:rPr lang="en-GB" smtClean="0"/>
              <a:t>24/09/2025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CCD8-E031-4ADB-97E6-0462DC70D0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34311C-44CC-49A8-A38C-3C038F9763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2F52F-549D-4565-87BA-A1055EB5B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8896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2F1A5-1147-44AA-941C-401C9E3002E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Modifica gli stili del testo dello schema</a:t>
            </a:r>
          </a:p>
          <a:p>
            <a:pPr lvl="1"/>
            <a:r>
              <a:rPr lang="en-US"/>
              <a:t>Secondo livello</a:t>
            </a:r>
          </a:p>
          <a:p>
            <a:pPr lvl="2"/>
            <a:r>
              <a:rPr lang="en-US"/>
              <a:t>Terzo livello</a:t>
            </a:r>
          </a:p>
          <a:p>
            <a:pPr lvl="3"/>
            <a:r>
              <a:rPr lang="en-US"/>
              <a:t>Quarto livello</a:t>
            </a:r>
          </a:p>
          <a:p>
            <a:pPr lvl="4"/>
            <a:r>
              <a:rPr lang="en-US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F3249D-E364-4AF9-8113-7FC01C784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44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3249D-E364-4AF9-8113-7FC01C784A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386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5.emf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4.emf"/><Relationship Id="rId2" Type="http://schemas.openxmlformats.org/officeDocument/2006/relationships/tags" Target="../tags/tag4.xml"/><Relationship Id="rId16" Type="http://schemas.openxmlformats.org/officeDocument/2006/relationships/oleObject" Target="../embeddings/oleObject2.bin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06D543E-D962-81CC-7077-BE8ECC953509}"/>
              </a:ext>
            </a:extLst>
          </p:cNvPr>
          <p:cNvSpPr/>
          <p:nvPr userDrawn="1"/>
        </p:nvSpPr>
        <p:spPr>
          <a:xfrm flipH="1">
            <a:off x="-141768" y="-155944"/>
            <a:ext cx="4811267" cy="7208874"/>
          </a:xfrm>
          <a:prstGeom prst="rect">
            <a:avLst/>
          </a:prstGeom>
          <a:solidFill>
            <a:srgbClr val="2BAA5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7DEEF2-CB40-B34B-E1EF-15A72715431E}"/>
              </a:ext>
            </a:extLst>
          </p:cNvPr>
          <p:cNvSpPr/>
          <p:nvPr userDrawn="1"/>
        </p:nvSpPr>
        <p:spPr>
          <a:xfrm>
            <a:off x="4881745" y="1494138"/>
            <a:ext cx="6932989" cy="1482275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6700">
              <a:spcAft>
                <a:spcPts val="600"/>
              </a:spcAft>
            </a:pPr>
            <a:r>
              <a:rPr lang="en-GB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INITIALE SITUATION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44134E-2AE8-A301-D417-77DF4C870EE3}"/>
              </a:ext>
            </a:extLst>
          </p:cNvPr>
          <p:cNvSpPr/>
          <p:nvPr userDrawn="1"/>
        </p:nvSpPr>
        <p:spPr>
          <a:xfrm>
            <a:off x="4881745" y="3057563"/>
            <a:ext cx="6932989" cy="1482275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6700">
              <a:spcAft>
                <a:spcPts val="600"/>
              </a:spcAft>
            </a:pPr>
            <a:r>
              <a:rPr lang="en-GB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HERAUSFORDERUNGEN</a:t>
            </a:r>
            <a:endParaRPr lang="en-GB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192718-28FB-C627-3550-310A18ADB963}"/>
              </a:ext>
            </a:extLst>
          </p:cNvPr>
          <p:cNvSpPr/>
          <p:nvPr userDrawn="1"/>
        </p:nvSpPr>
        <p:spPr>
          <a:xfrm>
            <a:off x="4881745" y="4620989"/>
            <a:ext cx="6932989" cy="1482275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6700">
              <a:spcAft>
                <a:spcPts val="600"/>
              </a:spcAft>
            </a:pPr>
            <a:r>
              <a:rPr lang="en-GB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VORGEHEN UND TECHNOLOGIE</a:t>
            </a:r>
          </a:p>
          <a:p>
            <a:endParaRPr lang="en-GB" b="1">
              <a:solidFill>
                <a:srgbClr val="40404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8E2227-7AE6-2581-785B-FAD319314F7F}"/>
              </a:ext>
            </a:extLst>
          </p:cNvPr>
          <p:cNvSpPr/>
          <p:nvPr userDrawn="1"/>
        </p:nvSpPr>
        <p:spPr>
          <a:xfrm>
            <a:off x="377266" y="4096335"/>
            <a:ext cx="1806016" cy="3189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sz="1600" b="1">
                <a:solidFill>
                  <a:schemeClr val="tx2"/>
                </a:solidFill>
              </a:rPr>
              <a:t>VALUE ADDED</a:t>
            </a:r>
          </a:p>
        </p:txBody>
      </p:sp>
      <p:pic>
        <p:nvPicPr>
          <p:cNvPr id="30" name="Graphic 29" descr="Diamond with solid fill">
            <a:extLst>
              <a:ext uri="{FF2B5EF4-FFF2-40B4-BE49-F238E27FC236}">
                <a16:creationId xmlns:a16="http://schemas.microsoft.com/office/drawing/2014/main" id="{7605B176-65F9-F618-3E0E-6C5C29E656A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650" y="4534394"/>
            <a:ext cx="432000" cy="432000"/>
          </a:xfrm>
          <a:prstGeom prst="rect">
            <a:avLst/>
          </a:prstGeom>
        </p:spPr>
      </p:pic>
      <p:pic>
        <p:nvPicPr>
          <p:cNvPr id="33" name="Graphic 32" descr="Coins with solid fill">
            <a:extLst>
              <a:ext uri="{FF2B5EF4-FFF2-40B4-BE49-F238E27FC236}">
                <a16:creationId xmlns:a16="http://schemas.microsoft.com/office/drawing/2014/main" id="{1FDF7E21-7188-0798-0A63-A5998E145E1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74650" y="5081241"/>
            <a:ext cx="432000" cy="432000"/>
          </a:xfrm>
          <a:prstGeom prst="rect">
            <a:avLst/>
          </a:prstGeom>
        </p:spPr>
      </p:pic>
      <p:pic>
        <p:nvPicPr>
          <p:cNvPr id="34" name="Graphic 33" descr="Bar graph with upward trend with solid fill">
            <a:extLst>
              <a:ext uri="{FF2B5EF4-FFF2-40B4-BE49-F238E27FC236}">
                <a16:creationId xmlns:a16="http://schemas.microsoft.com/office/drawing/2014/main" id="{6979B3F5-B563-D7BC-AC40-C193E142176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74650" y="5628088"/>
            <a:ext cx="432000" cy="432000"/>
          </a:xfrm>
          <a:prstGeom prst="rect">
            <a:avLst/>
          </a:prstGeom>
        </p:spPr>
      </p:pic>
      <p:pic>
        <p:nvPicPr>
          <p:cNvPr id="37" name="Graphic 36" descr="Magnifying glass with solid fill">
            <a:extLst>
              <a:ext uri="{FF2B5EF4-FFF2-40B4-BE49-F238E27FC236}">
                <a16:creationId xmlns:a16="http://schemas.microsoft.com/office/drawing/2014/main" id="{8651CD68-DF00-D564-CE75-1C83E56B929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920057" y="1540364"/>
            <a:ext cx="252000" cy="252000"/>
          </a:xfrm>
          <a:prstGeom prst="rect">
            <a:avLst/>
          </a:prstGeom>
        </p:spPr>
      </p:pic>
      <p:pic>
        <p:nvPicPr>
          <p:cNvPr id="38" name="Graphic 37" descr="Hurdle with solid fill">
            <a:extLst>
              <a:ext uri="{FF2B5EF4-FFF2-40B4-BE49-F238E27FC236}">
                <a16:creationId xmlns:a16="http://schemas.microsoft.com/office/drawing/2014/main" id="{F9E37177-ADA1-5733-4DB1-13A374508B7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4917459" y="3103501"/>
            <a:ext cx="252000" cy="252000"/>
          </a:xfrm>
          <a:prstGeom prst="rect">
            <a:avLst/>
          </a:prstGeom>
        </p:spPr>
      </p:pic>
      <p:pic>
        <p:nvPicPr>
          <p:cNvPr id="39" name="Graphic 38" descr="Route (Two Pins With A Path) with solid fill">
            <a:extLst>
              <a:ext uri="{FF2B5EF4-FFF2-40B4-BE49-F238E27FC236}">
                <a16:creationId xmlns:a16="http://schemas.microsoft.com/office/drawing/2014/main" id="{11396133-F6B6-C350-1831-4ECFC72B5C9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4917459" y="4677712"/>
            <a:ext cx="252000" cy="252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7606A10-8F0C-4B96-8F0F-38986ED53B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02786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15" imgH="416" progId="TCLayout.ActiveDocument.1">
                  <p:embed/>
                </p:oleObj>
              </mc:Choice>
              <mc:Fallback>
                <p:oleObj name="think-cell Slide" r:id="rId16" imgW="415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7606A10-8F0C-4B96-8F0F-38986ED53B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D7A1DBF-AD07-4E04-96CF-3D15977685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it-IT" sz="1600" b="1" i="0" baseline="0"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26" name="Title Placeholder 54">
            <a:extLst>
              <a:ext uri="{FF2B5EF4-FFF2-40B4-BE49-F238E27FC236}">
                <a16:creationId xmlns:a16="http://schemas.microsoft.com/office/drawing/2014/main" id="{5887A63D-817F-4DC7-8CDA-56F79EC084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65681" y="397932"/>
            <a:ext cx="11448000" cy="79580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28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noProof="0" err="1"/>
              <a:t>Actiontitle</a:t>
            </a:r>
            <a:endParaRPr lang="en-US" noProof="0"/>
          </a:p>
        </p:txBody>
      </p:sp>
      <p:sp>
        <p:nvSpPr>
          <p:cNvPr id="40" name="Text Placeholder 9">
            <a:extLst>
              <a:ext uri="{FF2B5EF4-FFF2-40B4-BE49-F238E27FC236}">
                <a16:creationId xmlns:a16="http://schemas.microsoft.com/office/drawing/2014/main" id="{C02F74DA-7E83-4606-87CC-5EB5C7F133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682" y="90049"/>
            <a:ext cx="11448000" cy="201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0" u="none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>
              <a:defRPr sz="1200" u="none">
                <a:solidFill>
                  <a:schemeClr val="bg1">
                    <a:lumMod val="50000"/>
                  </a:schemeClr>
                </a:solidFill>
                <a:latin typeface="+mj-lt"/>
              </a:defRPr>
            </a:lvl2pPr>
            <a:lvl3pPr>
              <a:defRPr sz="1200" u="none">
                <a:solidFill>
                  <a:schemeClr val="bg1">
                    <a:lumMod val="50000"/>
                  </a:schemeClr>
                </a:solidFill>
                <a:latin typeface="+mj-lt"/>
              </a:defRPr>
            </a:lvl3pPr>
            <a:lvl4pPr>
              <a:defRPr sz="1200" u="none">
                <a:solidFill>
                  <a:schemeClr val="bg1">
                    <a:lumMod val="50000"/>
                  </a:schemeClr>
                </a:solidFill>
                <a:latin typeface="+mj-lt"/>
              </a:defRPr>
            </a:lvl4pPr>
            <a:lvl5pPr>
              <a:defRPr sz="1200" u="none">
                <a:solidFill>
                  <a:schemeClr val="bg1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Chapter name</a:t>
            </a:r>
          </a:p>
        </p:txBody>
      </p:sp>
      <p:sp>
        <p:nvSpPr>
          <p:cNvPr id="44" name="Inhaltsplatzhalter 35">
            <a:extLst>
              <a:ext uri="{FF2B5EF4-FFF2-40B4-BE49-F238E27FC236}">
                <a16:creationId xmlns:a16="http://schemas.microsoft.com/office/drawing/2014/main" id="{5390D463-F6CC-43D7-81F0-CC42BBE0C8E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5682" y="6356352"/>
            <a:ext cx="5730318" cy="221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64B987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54000" bIns="36000" anchor="b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de-DE" sz="1200" b="0" i="0" u="none" kern="12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de-DE" dirty="0" smtClean="0"/>
            </a:lvl2pPr>
            <a:lvl3pPr>
              <a:defRPr lang="de-DE" dirty="0" smtClean="0"/>
            </a:lvl3pPr>
            <a:lvl4pPr>
              <a:defRPr lang="de-DE" dirty="0" smtClean="0"/>
            </a:lvl4pPr>
            <a:lvl5pPr>
              <a:defRPr lang="de-DE" dirty="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/>
              <a:t>Machine Learning Reply | Client | Date</a:t>
            </a:r>
          </a:p>
        </p:txBody>
      </p:sp>
      <p:pic>
        <p:nvPicPr>
          <p:cNvPr id="4" name="Bild 5">
            <a:extLst>
              <a:ext uri="{FF2B5EF4-FFF2-40B4-BE49-F238E27FC236}">
                <a16:creationId xmlns:a16="http://schemas.microsoft.com/office/drawing/2014/main" id="{A1699198-B406-03A5-DD0C-0CBF8ED248D2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7077" y="6410491"/>
            <a:ext cx="290043" cy="290043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A275C3A2-3D33-2851-B1BA-3D9AEA165BC2}"/>
              </a:ext>
            </a:extLst>
          </p:cNvPr>
          <p:cNvSpPr/>
          <p:nvPr userDrawn="1"/>
        </p:nvSpPr>
        <p:spPr>
          <a:xfrm>
            <a:off x="857416" y="1540364"/>
            <a:ext cx="3043704" cy="203212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68774ED4-0D01-C3F6-DC5F-05954AC685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49519" y="1879095"/>
            <a:ext cx="6764161" cy="1012110"/>
          </a:xfrm>
        </p:spPr>
        <p:txBody>
          <a:bodyPr lIns="0" rIns="90000"/>
          <a:lstStyle>
            <a:lvl1pPr marL="171450" indent="-171450">
              <a:spcBef>
                <a:spcPts val="0"/>
              </a:spcBef>
              <a:buFont typeface="Wingdings" pitchFamily="2" charset="2"/>
              <a:buChar char="§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de-DE"/>
              <a:t>Text Input</a:t>
            </a:r>
          </a:p>
          <a:p>
            <a:pPr lvl="0"/>
            <a:endParaRPr lang="de-DE"/>
          </a:p>
          <a:p>
            <a:pPr lvl="0"/>
            <a:endParaRPr lang="de-DE"/>
          </a:p>
          <a:p>
            <a:pPr lvl="0"/>
            <a:endParaRPr lang="de-DE"/>
          </a:p>
          <a:p>
            <a:pPr lvl="0"/>
            <a:endParaRPr lang="de-DE"/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FF734395-1D4D-2B73-6DFC-CC18574833A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49519" y="5017986"/>
            <a:ext cx="6764161" cy="1012110"/>
          </a:xfrm>
        </p:spPr>
        <p:txBody>
          <a:bodyPr lIns="0" rIns="90000"/>
          <a:lstStyle>
            <a:lvl1pPr marL="171450" indent="-171450">
              <a:spcBef>
                <a:spcPts val="0"/>
              </a:spcBef>
              <a:buFont typeface="Wingdings" pitchFamily="2" charset="2"/>
              <a:buChar char="§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de-DE"/>
              <a:t>Text Input </a:t>
            </a:r>
          </a:p>
        </p:txBody>
      </p:sp>
      <p:sp>
        <p:nvSpPr>
          <p:cNvPr id="24" name="Textplatzhalter 16">
            <a:extLst>
              <a:ext uri="{FF2B5EF4-FFF2-40B4-BE49-F238E27FC236}">
                <a16:creationId xmlns:a16="http://schemas.microsoft.com/office/drawing/2014/main" id="{DB7E23ED-611C-7315-68BC-2515C0B7D3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49519" y="3446937"/>
            <a:ext cx="6764161" cy="1012110"/>
          </a:xfrm>
        </p:spPr>
        <p:txBody>
          <a:bodyPr lIns="0" rIns="90000"/>
          <a:lstStyle>
            <a:lvl1pPr marL="171450" indent="-171450">
              <a:spcBef>
                <a:spcPts val="0"/>
              </a:spcBef>
              <a:buFont typeface="Wingdings" pitchFamily="2" charset="2"/>
              <a:buChar char="§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de-DE"/>
              <a:t>Text Input </a:t>
            </a:r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7CAB6B36-6B96-7000-B9E6-512DC10F40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1302" y="4534394"/>
            <a:ext cx="3517200" cy="442800"/>
          </a:xfrm>
        </p:spPr>
        <p:txBody>
          <a:bodyPr lIns="36000" rIns="3600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1. </a:t>
            </a:r>
            <a:r>
              <a:rPr lang="de-DE" err="1"/>
              <a:t>Added</a:t>
            </a:r>
            <a:r>
              <a:rPr lang="de-DE"/>
              <a:t> Value</a:t>
            </a:r>
          </a:p>
        </p:txBody>
      </p:sp>
      <p:sp>
        <p:nvSpPr>
          <p:cNvPr id="7" name="Textplatzhalter 16">
            <a:extLst>
              <a:ext uri="{FF2B5EF4-FFF2-40B4-BE49-F238E27FC236}">
                <a16:creationId xmlns:a16="http://schemas.microsoft.com/office/drawing/2014/main" id="{776802C2-0BC0-2C27-4C19-419BDF82325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1302" y="5628088"/>
            <a:ext cx="3517200" cy="442800"/>
          </a:xfrm>
        </p:spPr>
        <p:txBody>
          <a:bodyPr lIns="36000" rIns="3600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3. </a:t>
            </a:r>
            <a:r>
              <a:rPr lang="de-DE" err="1"/>
              <a:t>Added</a:t>
            </a:r>
            <a:r>
              <a:rPr lang="de-DE"/>
              <a:t> Value </a:t>
            </a:r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19A9E047-1DBF-124A-8288-A6E263D832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1302" y="5081241"/>
            <a:ext cx="3517200" cy="442800"/>
          </a:xfrm>
        </p:spPr>
        <p:txBody>
          <a:bodyPr lIns="36000" rIns="3600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2. </a:t>
            </a:r>
            <a:r>
              <a:rPr lang="de-DE" err="1"/>
              <a:t>Added</a:t>
            </a:r>
            <a:r>
              <a:rPr lang="de-DE"/>
              <a:t> Value</a:t>
            </a:r>
          </a:p>
        </p:txBody>
      </p:sp>
      <p:sp>
        <p:nvSpPr>
          <p:cNvPr id="9" name="Segnaposto numero diapositiva 5">
            <a:extLst>
              <a:ext uri="{FF2B5EF4-FFF2-40B4-BE49-F238E27FC236}">
                <a16:creationId xmlns:a16="http://schemas.microsoft.com/office/drawing/2014/main" id="{812484E3-63A9-6945-C7FB-BD1E4F899FEB}"/>
              </a:ext>
            </a:extLst>
          </p:cNvPr>
          <p:cNvSpPr txBox="1">
            <a:spLocks/>
          </p:cNvSpPr>
          <p:nvPr userDrawn="1"/>
        </p:nvSpPr>
        <p:spPr>
          <a:xfrm>
            <a:off x="9083117" y="6356353"/>
            <a:ext cx="2327833" cy="2218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609585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966009-6E5A-4F8C-8CA7-E37AFBF5FB9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text, electronics, display, screenshot&#10;&#10;Description automatically generated">
            <a:extLst>
              <a:ext uri="{FF2B5EF4-FFF2-40B4-BE49-F238E27FC236}">
                <a16:creationId xmlns:a16="http://schemas.microsoft.com/office/drawing/2014/main" id="{113170FC-80E8-485B-38B3-38271300AA6B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17" y="1494139"/>
            <a:ext cx="4013507" cy="2429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0492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DD7524CE-3AE0-6542-AC7B-2351B4E066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846120685"/>
              </p:ext>
            </p:extLst>
          </p:nvPr>
        </p:nvGraphicFramePr>
        <p:xfrm>
          <a:off x="2118" y="2118"/>
          <a:ext cx="1636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DD7524CE-3AE0-6542-AC7B-2351B4E066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1636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</p:spPr>
        <p:txBody>
          <a:bodyPr vert="horz" lIns="0" tIns="45720" rIns="91440" bIns="0" rtlCol="0" anchor="t">
            <a:noAutofit/>
          </a:bodyPr>
          <a:lstStyle/>
          <a:p>
            <a:r>
              <a:rPr lang="it-IT"/>
              <a:t>Click to </a:t>
            </a:r>
            <a:r>
              <a:rPr lang="it-IT" err="1"/>
              <a:t>change</a:t>
            </a:r>
            <a:r>
              <a:rPr lang="it-IT"/>
              <a:t>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35709"/>
            <a:ext cx="109728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Basic text</a:t>
            </a:r>
          </a:p>
          <a:p>
            <a:pPr lvl="1"/>
            <a:r>
              <a:rPr lang="it-IT"/>
              <a:t>Text in CAPITAL </a:t>
            </a:r>
            <a:r>
              <a:rPr lang="it-IT" err="1"/>
              <a:t>LeTTERS</a:t>
            </a:r>
            <a:endParaRPr lang="it-IT"/>
          </a:p>
          <a:p>
            <a:pPr lvl="3"/>
            <a:r>
              <a:rPr lang="it-IT"/>
              <a:t>First bullet point text</a:t>
            </a:r>
          </a:p>
          <a:p>
            <a:pPr lvl="4"/>
            <a:r>
              <a:rPr lang="it-IT"/>
              <a:t>Second bullet point text</a:t>
            </a:r>
          </a:p>
          <a:p>
            <a:pPr lvl="5"/>
            <a:r>
              <a:rPr lang="it-IT"/>
              <a:t>Third bullet point text</a:t>
            </a:r>
          </a:p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56379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</p:sldLayoutIdLst>
  <p:hf sldNum="0" hdr="0" ftr="0" dt="0"/>
  <p:txStyles>
    <p:titleStyle>
      <a:lvl1pPr algn="l" defTabSz="1219170" rtl="0" eaLnBrk="1" latinLnBrk="0" hangingPunct="1">
        <a:lnSpc>
          <a:spcPct val="80000"/>
        </a:lnSpc>
        <a:spcBef>
          <a:spcPct val="0"/>
        </a:spcBef>
        <a:buNone/>
        <a:defRPr sz="4267" kern="1200">
          <a:solidFill>
            <a:schemeClr val="tx1"/>
          </a:solidFill>
          <a:latin typeface="Arial Black" panose="020B0A04020102020204" pitchFamily="34" charset="0"/>
          <a:ea typeface="+mj-ea"/>
          <a:cs typeface="Arial Black" panose="020B0A04020102020204" pitchFamily="34" charset="0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800"/>
        </a:spcBef>
        <a:buFont typeface="Arial" pitchFamily="34" charset="0"/>
        <a:buNone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219170" rtl="0" eaLnBrk="1" latinLnBrk="0" hangingPunct="1">
        <a:lnSpc>
          <a:spcPct val="100000"/>
        </a:lnSpc>
        <a:spcBef>
          <a:spcPts val="1600"/>
        </a:spcBef>
        <a:spcAft>
          <a:spcPts val="800"/>
        </a:spcAft>
        <a:buFont typeface="Arial" pitchFamily="34" charset="0"/>
        <a:buNone/>
        <a:defRPr sz="2400" b="0" i="0" kern="1200" cap="all">
          <a:solidFill>
            <a:schemeClr val="tx1"/>
          </a:solidFill>
          <a:latin typeface="Arial"/>
          <a:ea typeface="+mn-ea"/>
          <a:cs typeface="Arial"/>
        </a:defRPr>
      </a:lvl2pPr>
      <a:lvl3pPr marL="0" indent="0" algn="l" defTabSz="1219170" rtl="0" eaLnBrk="1" latinLnBrk="0" hangingPunct="1">
        <a:lnSpc>
          <a:spcPct val="120000"/>
        </a:lnSpc>
        <a:spcBef>
          <a:spcPts val="800"/>
        </a:spcBef>
        <a:buFont typeface="Arial" pitchFamily="34" charset="0"/>
        <a:buNone/>
        <a:defRPr sz="1867" b="0" i="0" kern="1200">
          <a:solidFill>
            <a:schemeClr val="tx2"/>
          </a:solidFill>
          <a:latin typeface="Arial"/>
          <a:ea typeface="+mn-ea"/>
          <a:cs typeface="Arial"/>
        </a:defRPr>
      </a:lvl3pPr>
      <a:lvl4pPr marL="239994" indent="-239994" algn="l" defTabSz="1219170" rtl="0" eaLnBrk="1" latinLnBrk="0" hangingPunct="1">
        <a:lnSpc>
          <a:spcPct val="120000"/>
        </a:lnSpc>
        <a:spcBef>
          <a:spcPts val="800"/>
        </a:spcBef>
        <a:buClr>
          <a:schemeClr val="tx1"/>
        </a:buClr>
        <a:buSzPct val="13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479988" indent="-239994" algn="l" defTabSz="1219170" rtl="0" eaLnBrk="1" latinLnBrk="0" hangingPunct="1">
        <a:lnSpc>
          <a:spcPct val="120000"/>
        </a:lnSpc>
        <a:spcBef>
          <a:spcPts val="800"/>
        </a:spcBef>
        <a:buClr>
          <a:schemeClr val="tx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479988" indent="0" algn="l" defTabSz="1219170" rtl="0" eaLnBrk="1" latinLnBrk="0" hangingPunct="1">
        <a:lnSpc>
          <a:spcPct val="120000"/>
        </a:lnSpc>
        <a:spcBef>
          <a:spcPts val="800"/>
        </a:spcBef>
        <a:buClr>
          <a:schemeClr val="tx1"/>
        </a:buClr>
        <a:buFont typeface="Wingdings" panose="05000000000000000000" pitchFamily="2" charset="2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219170" rtl="0" eaLnBrk="1" latinLnBrk="0" hangingPunct="1">
        <a:lnSpc>
          <a:spcPct val="120000"/>
        </a:lnSpc>
        <a:spcBef>
          <a:spcPts val="800"/>
        </a:spcBef>
        <a:buClr>
          <a:schemeClr val="tx1"/>
        </a:buClr>
        <a:buSzPct val="59000"/>
        <a:buFont typeface="+mj-lt"/>
        <a:buNone/>
        <a:defRPr lang="it-IT" sz="2400" kern="1200" baseline="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239994" indent="0" algn="l" defTabSz="1219170" rtl="0" eaLnBrk="1" latinLnBrk="0" hangingPunct="1">
        <a:lnSpc>
          <a:spcPct val="120000"/>
        </a:lnSpc>
        <a:spcBef>
          <a:spcPts val="800"/>
        </a:spcBef>
        <a:buClr>
          <a:schemeClr val="tx1"/>
        </a:buClr>
        <a:buFont typeface="+mj-lt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719982" indent="-239994" algn="l" defTabSz="1219170" rtl="0" eaLnBrk="1" latinLnBrk="0" hangingPunct="1">
        <a:lnSpc>
          <a:spcPct val="120000"/>
        </a:lnSpc>
        <a:spcBef>
          <a:spcPts val="800"/>
        </a:spcBef>
        <a:buClr>
          <a:schemeClr val="tx1"/>
        </a:buClr>
        <a:buFont typeface="+mj-lt"/>
        <a:buAutoNum type="arabicPeriod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2" pos="7446">
          <p15:clr>
            <a:srgbClr val="F26B43"/>
          </p15:clr>
        </p15:guide>
        <p15:guide id="3" orient="horz" pos="799">
          <p15:clr>
            <a:srgbClr val="F26B43"/>
          </p15:clr>
        </p15:guide>
        <p15:guide id="4" orient="horz" pos="3974">
          <p15:clr>
            <a:srgbClr val="F26B43"/>
          </p15:clr>
        </p15:guide>
        <p15:guide id="6" orient="horz" pos="2387">
          <p15:clr>
            <a:srgbClr val="F26B43"/>
          </p15:clr>
        </p15:guide>
        <p15:guide id="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jectTitle">
            <a:extLst>
              <a:ext uri="{FF2B5EF4-FFF2-40B4-BE49-F238E27FC236}">
                <a16:creationId xmlns:a16="http://schemas.microsoft.com/office/drawing/2014/main" id="{0DBEEFFB-8775-B468-9517-DC9F54D56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DefaultTitle</a:t>
            </a:r>
          </a:p>
        </p:txBody>
      </p:sp>
      <p:sp>
        <p:nvSpPr>
          <p:cNvPr id="3" name="ProjectID">
            <a:extLst>
              <a:ext uri="{FF2B5EF4-FFF2-40B4-BE49-F238E27FC236}">
                <a16:creationId xmlns:a16="http://schemas.microsoft.com/office/drawing/2014/main" id="{416DD139-E476-94F6-48E1-96B1A8F5EF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0" lang="de-DE" sz="1600" b="0" i="0" u="none" strike="noStrike" kern="1200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cs typeface="Arial"/>
              </a:rPr>
              <a:t>ID0002 </a:t>
            </a:r>
            <a:r>
              <a:rPr kumimoji="0" lang="de-DE" sz="1500" b="0" i="0" u="none" strike="noStrike" kern="1200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cs typeface="Arial"/>
              </a:rPr>
              <a:t>– </a:t>
            </a:r>
            <a:r>
              <a:rPr kumimoji="0" lang="de-DE" sz="1600" b="0" i="0" u="none" strike="noStrike" kern="1200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cs typeface="Arial"/>
              </a:rPr>
              <a:t>Referenzen</a:t>
            </a:r>
            <a:endParaRPr kumimoji="0" lang="de-DE" sz="1600" b="0" i="0" u="none" strike="noStrike" kern="1200" cap="none" spc="0" normalizeH="0" baseline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688AC74-7955-D276-66CA-37A9367A472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de-DE"/>
              <a:t>Reply</a:t>
            </a:r>
          </a:p>
        </p:txBody>
      </p:sp>
      <p:sp>
        <p:nvSpPr>
          <p:cNvPr id="5" name="InitialSituation">
            <a:extLst>
              <a:ext uri="{FF2B5EF4-FFF2-40B4-BE49-F238E27FC236}">
                <a16:creationId xmlns:a16="http://schemas.microsoft.com/office/drawing/2014/main" id="{2CA9BB95-FABC-7A38-D91F-9CCFE6718C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Text1</a:t>
            </a:r>
          </a:p>
          <a:p>
            <a:r>
              <a:rPr lang="de-DE" dirty="0"/>
              <a:t>Text2</a:t>
            </a:r>
          </a:p>
        </p:txBody>
      </p:sp>
      <p:sp>
        <p:nvSpPr>
          <p:cNvPr id="6" name="ApproachTechnologies">
            <a:extLst>
              <a:ext uri="{FF2B5EF4-FFF2-40B4-BE49-F238E27FC236}">
                <a16:creationId xmlns:a16="http://schemas.microsoft.com/office/drawing/2014/main" id="{2159EFE1-92F8-C242-92C7-D64E78AF765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/>
              <a:t>Text1</a:t>
            </a:r>
          </a:p>
          <a:p>
            <a:r>
              <a:rPr lang="de-DE"/>
              <a:t>Text2</a:t>
            </a:r>
            <a:endParaRPr lang="de-DE" dirty="0"/>
          </a:p>
        </p:txBody>
      </p:sp>
      <p:sp>
        <p:nvSpPr>
          <p:cNvPr id="7" name="Challenges">
            <a:extLst>
              <a:ext uri="{FF2B5EF4-FFF2-40B4-BE49-F238E27FC236}">
                <a16:creationId xmlns:a16="http://schemas.microsoft.com/office/drawing/2014/main" id="{4C7E68B5-5705-8647-B276-DFD6B7AEADD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/>
              <a:t>Text1</a:t>
            </a:r>
          </a:p>
          <a:p>
            <a:r>
              <a:rPr lang="de-DE" dirty="0"/>
              <a:t>Text2</a:t>
            </a:r>
          </a:p>
        </p:txBody>
      </p:sp>
      <p:sp>
        <p:nvSpPr>
          <p:cNvPr id="8" name="ValueAdded0">
            <a:extLst>
              <a:ext uri="{FF2B5EF4-FFF2-40B4-BE49-F238E27FC236}">
                <a16:creationId xmlns:a16="http://schemas.microsoft.com/office/drawing/2014/main" id="{8A7F7B1D-3F29-2C31-0AAC-768FF04FB2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Default1</a:t>
            </a:r>
          </a:p>
        </p:txBody>
      </p:sp>
      <p:sp>
        <p:nvSpPr>
          <p:cNvPr id="9" name="ValueAdded2">
            <a:extLst>
              <a:ext uri="{FF2B5EF4-FFF2-40B4-BE49-F238E27FC236}">
                <a16:creationId xmlns:a16="http://schemas.microsoft.com/office/drawing/2014/main" id="{F3C4A19D-55DB-7F34-47E3-9BE3D77D468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Default3</a:t>
            </a:r>
            <a:endParaRPr lang="de-DE" dirty="0"/>
          </a:p>
        </p:txBody>
      </p:sp>
      <p:sp>
        <p:nvSpPr>
          <p:cNvPr id="10" name="ValueAdded1">
            <a:extLst>
              <a:ext uri="{FF2B5EF4-FFF2-40B4-BE49-F238E27FC236}">
                <a16:creationId xmlns:a16="http://schemas.microsoft.com/office/drawing/2014/main" id="{7557295F-9EC4-85CD-6ECF-16945A1595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Default2</a:t>
            </a:r>
          </a:p>
        </p:txBody>
      </p:sp>
      <p:pic>
        <p:nvPicPr>
          <p:cNvPr id="48" name="ProjectPicture" descr="Project Picture">
            <a:extLst>
              <a:ext uri="{FF2B5EF4-FFF2-40B4-BE49-F238E27FC236}">
                <a16:creationId xmlns:a16="http://schemas.microsoft.com/office/drawing/2014/main" id="{4755247C-16B4-3D48-4BEE-3C21CA5B45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67" y="1612015"/>
            <a:ext cx="3072816" cy="1921760"/>
          </a:xfrm>
          <a:prstGeom prst="rect">
            <a:avLst/>
          </a:prstGeom>
        </p:spPr>
      </p:pic>
      <p:pic>
        <p:nvPicPr>
          <p:cNvPr id="50" name="Picture 11" descr="A picture containing text, electronics, display, screenshot  Description automatically generated">
            <a:extLst>
              <a:ext uri="{FF2B5EF4-FFF2-40B4-BE49-F238E27FC236}">
                <a16:creationId xmlns:a16="http://schemas.microsoft.com/office/drawing/2014/main" id="{0658B6C7-75CB-65E0-E115-683BB687F6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17" y="1494138"/>
            <a:ext cx="4013506" cy="2429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298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4162&quot;&gt;&lt;version val=&quot;27042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3&quot;&gt;&lt;elem m_fUsage=&quot;1.81000000000000005329E+00&quot;&gt;&lt;m_msothmcolidx val=&quot;0&quot;/&gt;&lt;m_rgb r=&quot;9F&quot; g=&quot;D8&quot; b=&quot;0E&quot;/&gt;&lt;m_nBrightness tagver0=&quot;26206&quot; tagname0=&quot;m_nBrightnessUNRECOGNIZED&quot; val=&quot;0&quot;/&gt;&lt;/elem&gt;&lt;elem m_fUsage=&quot;9.00000000000000022204E-01&quot;&gt;&lt;m_msothmcolidx val=&quot;0&quot;/&gt;&lt;m_rgb r=&quot;CD&quot; g=&quot;CD&quot; b=&quot;CD&quot;/&gt;&lt;m_nBrightness tagver0=&quot;26206&quot; tagname0=&quot;m_nBrightnessUNRECOGNIZED&quot; val=&quot;0&quot;/&gt;&lt;/elem&gt;&lt;elem m_fUsage=&quot;7.29000000000000092371E-01&quot;&gt;&lt;m_msothmcolidx val=&quot;0&quot;/&gt;&lt;m_rgb r=&quot;6D&quot; g=&quot;E2&quot; b=&quot;41&quot;/&gt;&lt;m_nBrightness tagver0=&quot;26206&quot; tagname0=&quot;m_nBrightnessUNRECOGNIZED&quot;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7Kr2SfJSy2G5o8HW8Sttw"/>
</p:tagLst>
</file>

<file path=ppt/theme/theme1.xml><?xml version="1.0" encoding="utf-8"?>
<a:theme xmlns:a="http://schemas.openxmlformats.org/drawingml/2006/main" name="Reply">
  <a:themeElements>
    <a:clrScheme name="Benutzerdefiniert 2">
      <a:dk1>
        <a:srgbClr val="FFFFFF"/>
      </a:dk1>
      <a:lt1>
        <a:srgbClr val="000000"/>
      </a:lt1>
      <a:dk2>
        <a:srgbClr val="053238"/>
      </a:dk2>
      <a:lt2>
        <a:srgbClr val="00B13F"/>
      </a:lt2>
      <a:accent1>
        <a:srgbClr val="71D83F"/>
      </a:accent1>
      <a:accent2>
        <a:srgbClr val="00B140"/>
      </a:accent2>
      <a:accent3>
        <a:srgbClr val="A6E650"/>
      </a:accent3>
      <a:accent4>
        <a:srgbClr val="8CDE4F"/>
      </a:accent4>
      <a:accent5>
        <a:srgbClr val="6DD54E"/>
      </a:accent5>
      <a:accent6>
        <a:srgbClr val="40C44E"/>
      </a:accent6>
      <a:hlink>
        <a:srgbClr val="25BB4E"/>
      </a:hlink>
      <a:folHlink>
        <a:srgbClr val="B4D02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FFF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097ED64C-1469-4E9B-A6EE-E169F18D7DB3}" vid="{B73C506B-0DF6-4CFA-9B1D-8AAF7C797600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93dfb1fd-9939-48e8-b7f9-906c8dec5f83">
      <UserInfo>
        <DisplayName>Claudia Ciuciu</DisplayName>
        <AccountId>784</AccountId>
        <AccountType/>
      </UserInfo>
      <UserInfo>
        <DisplayName>Annie Yim</DisplayName>
        <AccountId>36</AccountId>
        <AccountType/>
      </UserInfo>
      <UserInfo>
        <DisplayName>Giuseppe Gagliano</DisplayName>
        <AccountId>360</AccountId>
        <AccountType/>
      </UserInfo>
    </SharedWithUsers>
    <lcf76f155ced4ddcb4097134ff3c332f xmlns="3ed6e455-ac74-4dac-a85f-281444f13a89">
      <Terms xmlns="http://schemas.microsoft.com/office/infopath/2007/PartnerControls"/>
    </lcf76f155ced4ddcb4097134ff3c332f>
    <TaxCatchAll xmlns="93dfb1fd-9939-48e8-b7f9-906c8dec5f8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0DA48F075C5B4A97888B7494D83B0A" ma:contentTypeVersion="18" ma:contentTypeDescription="Create a new document." ma:contentTypeScope="" ma:versionID="1a522abe8c59da9d6467652055971ea3">
  <xsd:schema xmlns:xsd="http://www.w3.org/2001/XMLSchema" xmlns:xs="http://www.w3.org/2001/XMLSchema" xmlns:p="http://schemas.microsoft.com/office/2006/metadata/properties" xmlns:ns2="3ed6e455-ac74-4dac-a85f-281444f13a89" xmlns:ns3="93dfb1fd-9939-48e8-b7f9-906c8dec5f83" targetNamespace="http://schemas.microsoft.com/office/2006/metadata/properties" ma:root="true" ma:fieldsID="b19f811aee0631183f61d9d45dafbe9b" ns2:_="" ns3:_="">
    <xsd:import namespace="3ed6e455-ac74-4dac-a85f-281444f13a89"/>
    <xsd:import namespace="93dfb1fd-9939-48e8-b7f9-906c8dec5f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d6e455-ac74-4dac-a85f-281444f13a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fa14d781-0189-441e-87ef-c208f41383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dfb1fd-9939-48e8-b7f9-906c8dec5f8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fae4711-15c2-4032-ae7d-782264aaa624}" ma:internalName="TaxCatchAll" ma:showField="CatchAllData" ma:web="93dfb1fd-9939-48e8-b7f9-906c8dec5f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C53C13-48C7-4544-93BF-9003A9BB3E88}">
  <ds:schemaRefs>
    <ds:schemaRef ds:uri="http://www.w3.org/XML/1998/namespace"/>
    <ds:schemaRef ds:uri="http://purl.org/dc/dcmitype/"/>
    <ds:schemaRef ds:uri="http://schemas.microsoft.com/office/infopath/2007/PartnerControls"/>
    <ds:schemaRef ds:uri="http://purl.org/dc/elements/1.1/"/>
    <ds:schemaRef ds:uri="93dfb1fd-9939-48e8-b7f9-906c8dec5f8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3ed6e455-ac74-4dac-a85f-281444f13a89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E225052-F2B8-49FC-A412-5D27ABF231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64AE00-00DD-413F-A79B-723585B863D8}">
  <ds:schemaRefs>
    <ds:schemaRef ds:uri="3ed6e455-ac74-4dac-a85f-281444f13a89"/>
    <ds:schemaRef ds:uri="93dfb1fd-9939-48e8-b7f9-906c8dec5f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b00367e2-193a-4f48-94de-7245d45c0947}" enabled="0" method="" siteId="{b00367e2-193a-4f48-94de-7245d45c09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Calibri</vt:lpstr>
      <vt:lpstr>Wingdings</vt:lpstr>
      <vt:lpstr>Reply</vt:lpstr>
      <vt:lpstr>think-cell Folie</vt:lpstr>
      <vt:lpstr>think-cell Slide</vt:lpstr>
      <vt:lpstr>DefaultTitle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subject/>
  <dc:creator>Laura Woljem</dc:creator>
  <cp:keywords/>
  <dc:description/>
  <cp:lastModifiedBy>Maurits De Roover</cp:lastModifiedBy>
  <cp:revision>8</cp:revision>
  <dcterms:created xsi:type="dcterms:W3CDTF">2017-04-28T20:36:13Z</dcterms:created>
  <dcterms:modified xsi:type="dcterms:W3CDTF">2025-09-24T07:08:38Z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0x010100C40DA48F075C5B4A97888B7494D83B0A</vt:lpwstr>
  </property>
  <property fmtid="{D5CDD505-2E9C-101B-9397-08002B2CF9AE}" pid="3" name="AuthorIds_UIVersion_512">
    <vt:lpwstr>6</vt:lpwstr>
  </property>
  <property fmtid="{D5CDD505-2E9C-101B-9397-08002B2CF9AE}" pid="4" name="MediaServiceImageTags">
    <vt:lpwstr/>
  </property>
</Properties>
</file>